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media/image2.png" ContentType="image/png"/>
  <Override PartName="/ppt/media/image1.png" ContentType="image/png"/>
  <Override PartName="/ppt/presentation.xml" ContentType="application/vnd.openxmlformats-officedocument.presentationml.presentation.main+xml"/>
  <Override PartName="/ppt/_rels/presentation.xml.rels" ContentType="application/vnd.openxmlformats-package.relationships+xml"/>
  <Override PartName="/ppt/slideMasters/slideMaster3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Layouts/_rels/slideLayout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2"/>
    <p:sldMasterId id="2147483650" r:id="rId3"/>
    <p:sldMasterId id="214748365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0080625" cy="7559675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4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r>
              <a:rPr lang="en-US"/>
              <a:t>Click to edit the title text format</a:t>
            </a:r>
            <a:endParaRPr/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989600"/>
          </a:xfrm>
          <a:prstGeom prst="rect">
            <a:avLst/>
          </a:prstGeom>
        </p:spPr>
        <p:txBody>
          <a:bodyPr bIns="0" lIns="0" rIns="0" tIns="0" wrap="none"/>
          <a:p>
            <a:pPr>
              <a:buSzPct val="45000"/>
              <a:buFont typeface="StarSymbol"/>
              <a:buChar char=""/>
            </a:pPr>
            <a:r>
              <a:rPr lang="en-US"/>
              <a:t>Click to edit the outline text format</a:t>
            </a:r>
            <a:endParaRPr/>
          </a:p>
          <a:p>
            <a:pPr lvl="1">
              <a:buSzPct val="45000"/>
              <a:buFont typeface="StarSymbol"/>
              <a:buChar char=""/>
            </a:pPr>
            <a:r>
              <a:rPr lang="en-US"/>
              <a:t>Second Outline Level</a:t>
            </a:r>
            <a:endParaRPr/>
          </a:p>
          <a:p>
            <a:pPr lvl="2">
              <a:buSzPct val="75000"/>
              <a:buFont typeface="StarSymbol"/>
              <a:buChar char=""/>
            </a:pPr>
            <a:r>
              <a:rPr lang="en-US"/>
              <a:t>Third Outline Level</a:t>
            </a:r>
            <a:endParaRPr/>
          </a:p>
          <a:p>
            <a:pPr lvl="3">
              <a:buSzPct val="45000"/>
              <a:buFont typeface="StarSymbol"/>
              <a:buChar char=""/>
            </a:pPr>
            <a:r>
              <a:rPr lang="en-US"/>
              <a:t>Fourth Outline Level</a:t>
            </a:r>
            <a:endParaRPr/>
          </a:p>
          <a:p>
            <a:pPr lvl="4">
              <a:buSzPct val="75000"/>
              <a:buFont typeface="StarSymbol"/>
              <a:buChar char=""/>
            </a:pPr>
            <a:r>
              <a:rPr lang="en-US"/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en-US"/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en-US"/>
              <a:t>Seventh Outline Level</a:t>
            </a:r>
            <a:endParaRPr/>
          </a:p>
          <a:p>
            <a:pPr lvl="7">
              <a:buSzPct val="45000"/>
              <a:buFont typeface="StarSymbol"/>
              <a:buChar char=""/>
            </a:pPr>
            <a:r>
              <a:rPr lang="en-US"/>
              <a:t>Eighth Outline Level</a:t>
            </a:r>
            <a:endParaRPr/>
          </a:p>
          <a:p>
            <a:pPr lvl="8">
              <a:buSzPct val="45000"/>
              <a:buFont typeface="StarSymbol"/>
              <a:buChar char=""/>
            </a:pPr>
            <a:r>
              <a:rPr lang="en-US"/>
              <a:t>Ninth Outline Level</a:t>
            </a:r>
            <a:endParaRPr/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</p:spPr>
        <p:txBody>
          <a:bodyPr bIns="0" lIns="0" rIns="0" tIns="0" wrap="none"/>
          <a:p>
            <a:r>
              <a:rPr lang="en-US" sz="1400"/>
              <a:t>&lt;date/time&gt;</a:t>
            </a:r>
            <a:endParaRPr/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 bIns="0" lIns="0" rIns="0" tIns="0" wrap="none"/>
          <a:p>
            <a:pPr algn="ctr"/>
            <a:r>
              <a:rPr lang="en-US" sz="1400"/>
              <a:t>&lt;footer&gt;</a:t>
            </a:r>
            <a:endParaRPr/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 bIns="0" lIns="0" rIns="0" tIns="0" wrap="none"/>
          <a:p>
            <a:pPr algn="r"/>
            <a:fld id="{6101F111-2141-41C1-A131-E10181A101E1}" type="slidenum">
              <a:rPr lang="en-US" sz="1400"/>
              <a:t>&lt;number&gt;</a:t>
            </a:fld>
            <a:endParaRPr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tile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68360" y="0"/>
            <a:ext cx="9071640" cy="1262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r>
              <a:rPr lang="en-US"/>
              <a:t>Muokkaa otsikon tekstimuotoa napsauttamalla</a:t>
            </a:r>
            <a:endParaRPr/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989240"/>
          </a:xfrm>
          <a:prstGeom prst="rect">
            <a:avLst/>
          </a:prstGeom>
        </p:spPr>
        <p:txBody>
          <a:bodyPr bIns="0" lIns="0" rIns="0" tIns="0" wrap="none"/>
          <a:p>
            <a:pPr>
              <a:buSzPct val="45000"/>
              <a:buFont typeface="StarSymbol"/>
              <a:buChar char=""/>
            </a:pPr>
            <a:r>
              <a:rPr lang="en-US"/>
              <a:t>Muokkaa jäsennyksen tekstimuotoa napsauttamalla</a:t>
            </a:r>
            <a:endParaRPr/>
          </a:p>
          <a:p>
            <a:pPr lvl="1">
              <a:buSzPct val="45000"/>
              <a:buFont typeface="StarSymbol"/>
              <a:buChar char=""/>
            </a:pPr>
            <a:r>
              <a:rPr lang="en-US"/>
              <a:t>Toinen jäsennystaso</a:t>
            </a:r>
            <a:endParaRPr/>
          </a:p>
          <a:p>
            <a:pPr lvl="2">
              <a:buSzPct val="45000"/>
              <a:buFont typeface="StarSymbol"/>
              <a:buChar char=""/>
            </a:pPr>
            <a:r>
              <a:rPr lang="en-US"/>
              <a:t>Kolmas jäsennystaso</a:t>
            </a:r>
            <a:endParaRPr/>
          </a:p>
          <a:p>
            <a:pPr lvl="3">
              <a:buSzPct val="45000"/>
              <a:buFont typeface="StarSymbol"/>
              <a:buChar char=""/>
            </a:pPr>
            <a:r>
              <a:rPr lang="en-US"/>
              <a:t>Neljäs jäsennystaso</a:t>
            </a:r>
            <a:endParaRPr/>
          </a:p>
          <a:p>
            <a:pPr lvl="4">
              <a:buSzPct val="45000"/>
              <a:buFont typeface="StarSymbol"/>
              <a:buChar char=""/>
            </a:pPr>
            <a:r>
              <a:rPr lang="en-US"/>
              <a:t>Viides jäsennystaso</a:t>
            </a:r>
            <a:endParaRPr/>
          </a:p>
          <a:p>
            <a:pPr lvl="5">
              <a:buSzPct val="45000"/>
              <a:buFont typeface="StarSymbol"/>
              <a:buChar char=""/>
            </a:pPr>
            <a:r>
              <a:rPr lang="en-US"/>
              <a:t>Kuudes jäsennystaso</a:t>
            </a:r>
            <a:endParaRPr/>
          </a:p>
          <a:p>
            <a:pPr lvl="6">
              <a:buSzPct val="45000"/>
              <a:buFont typeface="StarSymbol"/>
              <a:buChar char=""/>
            </a:pPr>
            <a:r>
              <a:rPr lang="en-US"/>
              <a:t>Seitsemäs jäsennystaso</a:t>
            </a:r>
            <a:endParaRPr/>
          </a:p>
          <a:p>
            <a:pPr lvl="7">
              <a:buSzPct val="45000"/>
              <a:buFont typeface="StarSymbol"/>
              <a:buChar char=""/>
            </a:pPr>
            <a:r>
              <a:rPr lang="en-US"/>
              <a:t>Kahdeksas jäsennystaso</a:t>
            </a:r>
            <a:endParaRPr/>
          </a:p>
          <a:p>
            <a:pPr lvl="8">
              <a:buSzPct val="45000"/>
              <a:buFont typeface="StarSymbol"/>
              <a:buChar char=""/>
            </a:pPr>
            <a:r>
              <a:rPr lang="en-US"/>
              <a:t>Yhdeksäs jäsennystaso</a:t>
            </a:r>
            <a:endParaRPr/>
          </a:p>
        </p:txBody>
      </p:sp>
      <p:sp>
        <p:nvSpPr>
          <p:cNvPr id="7" name="PlaceHolder 3"/>
          <p:cNvSpPr>
            <a:spLocks noGrp="1"/>
          </p:cNvSpPr>
          <p:nvPr>
            <p:ph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</p:spPr>
        <p:txBody>
          <a:bodyPr bIns="0" lIns="0" rIns="0" tIns="0" wrap="none"/>
          <a:p>
            <a:r>
              <a:rPr lang="en-US" sz="1400"/>
              <a:t>&lt;date/time&gt;</a:t>
            </a:r>
            <a:endParaRPr/>
          </a:p>
        </p:txBody>
      </p:sp>
      <p:sp>
        <p:nvSpPr>
          <p:cNvPr id="8" name="PlaceHolder 4"/>
          <p:cNvSpPr>
            <a:spLocks noGrp="1"/>
          </p:cNvSpPr>
          <p:nvPr>
            <p:ph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 bIns="0" lIns="0" rIns="0" tIns="0" wrap="none"/>
          <a:p>
            <a:pPr algn="ctr"/>
            <a:r>
              <a:rPr lang="en-US" sz="1400"/>
              <a:t>&lt;footer&gt;</a:t>
            </a:r>
            <a:endParaRPr/>
          </a:p>
        </p:txBody>
      </p:sp>
      <p:sp>
        <p:nvSpPr>
          <p:cNvPr id="9" name="PlaceHolder 5"/>
          <p:cNvSpPr>
            <a:spLocks noGrp="1"/>
          </p:cNvSpPr>
          <p:nvPr>
            <p:ph type="sldNum"/>
          </p:nvPr>
        </p:nvSpPr>
        <p:spPr>
          <a:xfrm>
            <a:off x="7227000" y="6887160"/>
            <a:ext cx="2348280" cy="521280"/>
          </a:xfrm>
          <a:prstGeom prst="rect">
            <a:avLst/>
          </a:prstGeom>
        </p:spPr>
        <p:txBody>
          <a:bodyPr bIns="0" lIns="0" rIns="0" tIns="0" wrap="none"/>
          <a:p>
            <a:pPr algn="r"/>
            <a:fld id="{91F181A1-C141-4141-81E1-F101C171C1C1}" type="slidenum">
              <a:rPr lang="en-US" sz="1400"/>
              <a:t>&lt;number&gt;</a:t>
            </a:fld>
            <a:endParaRPr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tile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68360" y="0"/>
            <a:ext cx="9071640" cy="1262160"/>
          </a:xfrm>
          <a:prstGeom prst="rect">
            <a:avLst/>
          </a:prstGeom>
        </p:spPr>
        <p:txBody>
          <a:bodyPr anchor="ctr" bIns="0" lIns="0" rIns="0" tIns="0" wrap="none"/>
          <a:p>
            <a:r>
              <a:rPr lang="en-US"/>
              <a:t>Muokkaa otsikon tekstimuotoa napsauttamalla</a:t>
            </a:r>
            <a:endParaRPr/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989240"/>
          </a:xfrm>
          <a:prstGeom prst="rect">
            <a:avLst/>
          </a:prstGeom>
        </p:spPr>
        <p:txBody>
          <a:bodyPr bIns="0" lIns="0" rIns="0" tIns="0" wrap="none"/>
          <a:p>
            <a:pPr>
              <a:buSzPct val="45000"/>
              <a:buFont typeface="StarSymbol"/>
              <a:buChar char=""/>
            </a:pPr>
            <a:r>
              <a:rPr lang="en-US"/>
              <a:t>Muokkaa jäsennyksen tekstimuotoa napsauttamalla</a:t>
            </a:r>
            <a:endParaRPr/>
          </a:p>
          <a:p>
            <a:pPr lvl="1">
              <a:buSzPct val="45000"/>
              <a:buFont typeface="StarSymbol"/>
              <a:buChar char=""/>
            </a:pPr>
            <a:r>
              <a:rPr lang="en-US"/>
              <a:t>Toinen jäsennystaso</a:t>
            </a:r>
            <a:endParaRPr/>
          </a:p>
          <a:p>
            <a:pPr lvl="2">
              <a:buSzPct val="45000"/>
              <a:buFont typeface="StarSymbol"/>
              <a:buChar char=""/>
            </a:pPr>
            <a:r>
              <a:rPr lang="en-US"/>
              <a:t>Kolmas jäsennystaso</a:t>
            </a:r>
            <a:endParaRPr/>
          </a:p>
          <a:p>
            <a:pPr lvl="3">
              <a:buSzPct val="45000"/>
              <a:buFont typeface="StarSymbol"/>
              <a:buChar char=""/>
            </a:pPr>
            <a:r>
              <a:rPr lang="en-US"/>
              <a:t>Neljäs jäsennystaso</a:t>
            </a:r>
            <a:endParaRPr/>
          </a:p>
          <a:p>
            <a:pPr lvl="4">
              <a:buSzPct val="45000"/>
              <a:buFont typeface="StarSymbol"/>
              <a:buChar char=""/>
            </a:pPr>
            <a:r>
              <a:rPr lang="en-US"/>
              <a:t>Viides jäsennystaso</a:t>
            </a:r>
            <a:endParaRPr/>
          </a:p>
          <a:p>
            <a:pPr lvl="5">
              <a:buSzPct val="45000"/>
              <a:buFont typeface="StarSymbol"/>
              <a:buChar char=""/>
            </a:pPr>
            <a:r>
              <a:rPr lang="en-US"/>
              <a:t>Kuudes jäsennystaso</a:t>
            </a:r>
            <a:endParaRPr/>
          </a:p>
          <a:p>
            <a:pPr lvl="6">
              <a:buSzPct val="45000"/>
              <a:buFont typeface="StarSymbol"/>
              <a:buChar char=""/>
            </a:pPr>
            <a:r>
              <a:rPr lang="en-US"/>
              <a:t>Seitsemäs jäsennystaso</a:t>
            </a:r>
            <a:endParaRPr/>
          </a:p>
          <a:p>
            <a:pPr lvl="7">
              <a:buSzPct val="45000"/>
              <a:buFont typeface="StarSymbol"/>
              <a:buChar char=""/>
            </a:pPr>
            <a:r>
              <a:rPr lang="en-US"/>
              <a:t>Kahdeksas jäsennystaso</a:t>
            </a:r>
            <a:endParaRPr/>
          </a:p>
          <a:p>
            <a:pPr lvl="8">
              <a:buSzPct val="45000"/>
              <a:buFont typeface="StarSymbol"/>
              <a:buChar char=""/>
            </a:pPr>
            <a:r>
              <a:rPr lang="en-US"/>
              <a:t>Yhdeksäs jäsennystaso</a:t>
            </a:r>
            <a:endParaRPr/>
          </a:p>
        </p:txBody>
      </p:sp>
      <p:sp>
        <p:nvSpPr>
          <p:cNvPr id="12" name="PlaceHolder 3"/>
          <p:cNvSpPr>
            <a:spLocks noGrp="1"/>
          </p:cNvSpPr>
          <p:nvPr>
            <p:ph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</p:spPr>
        <p:txBody>
          <a:bodyPr bIns="0" lIns="0" rIns="0" tIns="0" wrap="none"/>
          <a:p>
            <a:r>
              <a:rPr lang="en-US" sz="1400"/>
              <a:t>&lt;date/time&gt;</a:t>
            </a:r>
            <a:endParaRPr/>
          </a:p>
        </p:txBody>
      </p:sp>
      <p:sp>
        <p:nvSpPr>
          <p:cNvPr id="13" name="PlaceHolder 4"/>
          <p:cNvSpPr>
            <a:spLocks noGrp="1"/>
          </p:cNvSpPr>
          <p:nvPr>
            <p:ph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 bIns="0" lIns="0" rIns="0" tIns="0" wrap="none"/>
          <a:p>
            <a:pPr algn="ctr"/>
            <a:r>
              <a:rPr lang="en-US" sz="1400"/>
              <a:t>&lt;footer&gt;</a:t>
            </a:r>
            <a:endParaRPr/>
          </a:p>
        </p:txBody>
      </p:sp>
      <p:sp>
        <p:nvSpPr>
          <p:cNvPr id="14" name="PlaceHolder 5"/>
          <p:cNvSpPr>
            <a:spLocks noGrp="1"/>
          </p:cNvSpPr>
          <p:nvPr>
            <p:ph type="sldNum"/>
          </p:nvPr>
        </p:nvSpPr>
        <p:spPr>
          <a:xfrm>
            <a:off x="7227000" y="6887160"/>
            <a:ext cx="2348280" cy="521280"/>
          </a:xfrm>
          <a:prstGeom prst="rect">
            <a:avLst/>
          </a:prstGeom>
        </p:spPr>
        <p:txBody>
          <a:bodyPr bIns="0" lIns="0" rIns="0" tIns="0" wrap="none"/>
          <a:p>
            <a:pPr algn="r"/>
            <a:fld id="{41F1B121-B191-41C1-81C1-41E18141A151}" type="slidenum">
              <a:rPr lang="en-US" sz="1400"/>
              <a:t>&lt;number&gt;</a:t>
            </a:fld>
            <a:endParaRPr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53" r:id="rId3"/>
    <p:sldLayoutId id="2147483654" r:id="rId4"/>
    <p:sldLayoutId id="2147483655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Shape 1"/>
          <p:cNvSpPr txBox="1"/>
          <p:nvPr/>
        </p:nvSpPr>
        <p:spPr>
          <a:xfrm>
            <a:off x="300960" y="2057400"/>
            <a:ext cx="9071640" cy="365760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r>
              <a:rPr lang="en-US" sz="4800"/>
              <a:t>TrollQuest</a:t>
            </a:r>
            <a:endParaRPr/>
          </a:p>
          <a:p>
            <a:pPr algn="ctr"/>
            <a:r>
              <a:rPr lang="en-US" sz="2800"/>
              <a:t>Team Trollolol</a:t>
            </a:r>
            <a:endParaRPr/>
          </a:p>
          <a:p>
            <a:endParaRPr/>
          </a:p>
          <a:p>
            <a:endParaRPr/>
          </a:p>
          <a:p>
            <a:pPr algn="ctr"/>
            <a:r>
              <a:rPr lang="en-US" sz="2200"/>
              <a:t>Dev Team:</a:t>
            </a:r>
            <a:endParaRPr/>
          </a:p>
          <a:p>
            <a:pPr algn="ctr"/>
            <a:r>
              <a:rPr lang="en-US" sz="2000"/>
              <a:t>Ian Mallett</a:t>
            </a:r>
            <a:endParaRPr/>
          </a:p>
          <a:p>
            <a:pPr algn="ctr"/>
            <a:r>
              <a:rPr lang="en-US" sz="2000"/>
              <a:t>Stephen Patel</a:t>
            </a:r>
            <a:endParaRPr/>
          </a:p>
          <a:p>
            <a:pPr algn="ctr"/>
            <a:r>
              <a:rPr lang="en-US" sz="2000"/>
              <a:t>Martin Tice</a:t>
            </a:r>
            <a:endParaRPr/>
          </a:p>
          <a:p>
            <a:pPr algn="ctr"/>
            <a:r>
              <a:rPr lang="en-US" sz="2000"/>
              <a:t>Taylor Berger</a:t>
            </a:r>
            <a:endParaRPr/>
          </a:p>
        </p:txBody>
      </p:sp>
    </p:spTree>
  </p:cSld>
  <p:timing>
    <p:tnLst>
      <p:par>
        <p:cTn dur="indefinite" id="1" nodeType="tmRoot" restart="never">
          <p:childTnLst>
            <p:seq>
              <p:cTn id="2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Shape 1"/>
          <p:cNvSpPr txBox="1"/>
          <p:nvPr/>
        </p:nvSpPr>
        <p:spPr>
          <a:xfrm>
            <a:off x="468360" y="0"/>
            <a:ext cx="9071640" cy="1262160"/>
          </a:xfrm>
          <a:prstGeom prst="rect">
            <a:avLst/>
          </a:prstGeom>
        </p:spPr>
        <p:txBody>
          <a:bodyPr anchor="ctr" bIns="0" lIns="0" rIns="0" tIns="0" wrap="none"/>
          <a:p>
            <a:r>
              <a:rPr lang="en-US"/>
              <a:t>Nano C Scripting</a:t>
            </a:r>
            <a:r>
              <a:rPr lang="en-US"/>
              <a:t>	</a:t>
            </a:r>
            <a:endParaRPr/>
          </a:p>
        </p:txBody>
      </p:sp>
      <p:sp>
        <p:nvSpPr>
          <p:cNvPr id="17" name="TextShape 2"/>
          <p:cNvSpPr txBox="1"/>
          <p:nvPr/>
        </p:nvSpPr>
        <p:spPr>
          <a:xfrm>
            <a:off x="504000" y="1769040"/>
            <a:ext cx="9071640" cy="4989240"/>
          </a:xfrm>
          <a:prstGeom prst="rect">
            <a:avLst/>
          </a:prstGeom>
        </p:spPr>
        <p:txBody>
          <a:bodyPr bIns="0" lIns="0" rIns="0" tIns="0" wrap="none"/>
          <a:p>
            <a:pPr>
              <a:buSzPct val="45000"/>
              <a:buFont typeface="StarSymbol"/>
              <a:buChar char=""/>
            </a:pPr>
            <a:r>
              <a:rPr lang="en-US"/>
              <a:t>Lexing</a:t>
            </a:r>
            <a:endParaRPr/>
          </a:p>
          <a:p>
            <a:pPr lvl="1">
              <a:buSzPct val="45000"/>
              <a:buFont typeface="StarSymbol"/>
              <a:buChar char=""/>
            </a:pPr>
            <a:r>
              <a:rPr lang="en-US" sz="2200">
                <a:latin typeface="arial"/>
                <a:ea typeface="Liberation Serif;Times New Roman"/>
              </a:rPr>
              <a:t>swap(bacon, nano);</a:t>
            </a:r>
            <a:endParaRPr/>
          </a:p>
          <a:p>
            <a:pPr>
              <a:buSzPct val="45000"/>
              <a:buFont typeface="StarSymbol"/>
              <a:buChar char=""/>
            </a:pPr>
            <a:r>
              <a:rPr lang="en-US"/>
              <a:t>Parsing</a:t>
            </a:r>
            <a:endParaRPr/>
          </a:p>
          <a:p>
            <a:pPr lvl="1">
              <a:buSzPct val="45000"/>
              <a:buFont typeface="StarSymbol"/>
              <a:buChar char=""/>
            </a:pPr>
            <a:r>
              <a:rPr lang="en-US" sz="2200"/>
              <a:t>Starts with ASTCell</a:t>
            </a:r>
            <a:endParaRPr/>
          </a:p>
          <a:p>
            <a:pPr>
              <a:buSzPct val="45000"/>
              <a:buFont typeface="StarSymbol"/>
              <a:buChar char=""/>
            </a:pPr>
            <a:r>
              <a:rPr lang="en-US"/>
              <a:t>Interpretation</a:t>
            </a:r>
            <a:endParaRPr/>
          </a:p>
          <a:p>
            <a:pPr lvl="1">
              <a:buSzPct val="45000"/>
              <a:buFont typeface="StarSymbol"/>
              <a:buChar char=""/>
            </a:pPr>
            <a:r>
              <a:rPr lang="en-US" sz="2200"/>
              <a:t>Execute() methods in ASTCell</a:t>
            </a:r>
            <a:endParaRPr/>
          </a:p>
        </p:txBody>
      </p:sp>
    </p:spTree>
  </p:cSld>
  <p:timing>
    <p:tnLst>
      <p:par>
        <p:cTn dur="indefinite" id="3" nodeType="tmRoot" restart="never">
          <p:childTnLst>
            <p:seq>
              <p:cTn id="4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Shape 1"/>
          <p:cNvSpPr txBox="1"/>
          <p:nvPr/>
        </p:nvSpPr>
        <p:spPr>
          <a:xfrm>
            <a:off x="468360" y="0"/>
            <a:ext cx="9071640" cy="1262160"/>
          </a:xfrm>
          <a:prstGeom prst="rect">
            <a:avLst/>
          </a:prstGeom>
        </p:spPr>
        <p:txBody>
          <a:bodyPr anchor="ctr" bIns="0" lIns="0" rIns="0" tIns="0" wrap="none"/>
          <a:p>
            <a:r>
              <a:rPr lang="en-US"/>
              <a:t>Artificial Intelligence</a:t>
            </a:r>
            <a:endParaRPr/>
          </a:p>
        </p:txBody>
      </p:sp>
      <p:sp>
        <p:nvSpPr>
          <p:cNvPr id="19" name="Rectangle 2"/>
          <p:cNvSpPr/>
          <p:nvPr/>
        </p:nvSpPr>
        <p:spPr>
          <a:xfrm>
            <a:off x="685800" y="1729080"/>
            <a:ext cx="3153600" cy="1380960"/>
          </a:xfrm>
          <a:prstGeom prst="rect">
            <a:avLst/>
          </a:prstGeom>
          <a:solidFill>
            <a:srgbClr val="ffffcc"/>
          </a:solidFill>
          <a:ln>
            <a:solidFill>
              <a:srgbClr val="000000"/>
            </a:solidFill>
          </a:ln>
        </p:spPr>
        <p:txBody>
          <a:bodyPr anchor="ctr" anchorCtr="1" bIns="45000" lIns="90000" rIns="90000" tIns="45000" wrap="none"/>
          <a:p>
            <a:pPr algn="ctr">
              <a:lnSpc>
                <a:spcPct val="100000"/>
              </a:lnSpc>
            </a:pPr>
            <a:r>
              <a:rPr lang="en-US"/>
              <a:t>&lt;&lt;Interface&gt;&gt;</a:t>
            </a:r>
            <a:endParaRPr/>
          </a:p>
          <a:p>
            <a:pPr algn="ctr"/>
            <a:r>
              <a:rPr lang="en-US"/>
              <a:t>ASTCell</a:t>
            </a:r>
            <a:endParaRPr/>
          </a:p>
          <a:p>
            <a:pPr algn="ctr"/>
            <a:r>
              <a:rPr lang="en-US"/>
              <a:t>--------------------------------------</a:t>
            </a:r>
            <a:endParaRPr/>
          </a:p>
          <a:p>
            <a:pPr algn="ctr"/>
            <a:r>
              <a:rPr lang="en-US"/>
              <a:t>*Val():: value</a:t>
            </a:r>
            <a:endParaRPr/>
          </a:p>
          <a:p>
            <a:pPr algn="ctr"/>
            <a:r>
              <a:rPr lang="en-US"/>
              <a:t>+execute(VM c)::ASTCell</a:t>
            </a:r>
            <a:endParaRPr/>
          </a:p>
        </p:txBody>
      </p:sp>
      <p:sp>
        <p:nvSpPr>
          <p:cNvPr id="20" name="Rectangle 3"/>
          <p:cNvSpPr/>
          <p:nvPr/>
        </p:nvSpPr>
        <p:spPr>
          <a:xfrm>
            <a:off x="685800" y="3701880"/>
            <a:ext cx="2928240" cy="986040"/>
          </a:xfrm>
          <a:prstGeom prst="rect">
            <a:avLst/>
          </a:prstGeom>
          <a:solidFill>
            <a:srgbClr val="ffffcc"/>
          </a:solidFill>
          <a:ln>
            <a:solidFill>
              <a:srgbClr val="000000"/>
            </a:solidFill>
          </a:ln>
        </p:spPr>
        <p:txBody>
          <a:bodyPr anchor="ctr" anchorCtr="1" bIns="45000" lIns="90000" rIns="90000" tIns="45000" wrap="none"/>
          <a:p>
            <a:pPr algn="ctr"/>
            <a:r>
              <a:rPr lang="en-US"/>
              <a:t>AbstractASTCell</a:t>
            </a:r>
            <a:endParaRPr/>
          </a:p>
          <a:p>
            <a:pPr algn="ctr"/>
            <a:r>
              <a:rPr lang="en-US"/>
              <a:t>----------------------------------</a:t>
            </a:r>
            <a:endParaRPr/>
          </a:p>
          <a:p>
            <a:pPr algn="ctr"/>
            <a:r>
              <a:rPr lang="en-US"/>
              <a:t>+*Val::*value</a:t>
            </a:r>
            <a:endParaRPr/>
          </a:p>
        </p:txBody>
      </p:sp>
      <p:sp>
        <p:nvSpPr>
          <p:cNvPr id="21" name="Line 4"/>
          <p:cNvSpPr/>
          <p:nvPr/>
        </p:nvSpPr>
        <p:spPr>
          <a:xfrm flipV="1">
            <a:off x="2487960" y="3110040"/>
            <a:ext cx="0" cy="59184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</p:sp>
      <p:sp>
        <p:nvSpPr>
          <p:cNvPr id="22" name="Line 5"/>
          <p:cNvSpPr/>
          <p:nvPr/>
        </p:nvSpPr>
        <p:spPr>
          <a:xfrm flipV="1">
            <a:off x="2262600" y="4687920"/>
            <a:ext cx="0" cy="78912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</p:sp>
      <p:sp>
        <p:nvSpPr>
          <p:cNvPr id="23" name="Rectangle 6"/>
          <p:cNvSpPr/>
          <p:nvPr/>
        </p:nvSpPr>
        <p:spPr>
          <a:xfrm>
            <a:off x="685800" y="5257800"/>
            <a:ext cx="3153600" cy="1828800"/>
          </a:xfrm>
          <a:prstGeom prst="rect">
            <a:avLst/>
          </a:prstGeom>
          <a:solidFill>
            <a:srgbClr val="ffffcc"/>
          </a:solidFill>
          <a:ln>
            <a:solidFill>
              <a:srgbClr val="000000"/>
            </a:solidFill>
          </a:ln>
        </p:spPr>
        <p:txBody>
          <a:bodyPr anchor="ctr" anchorCtr="1" bIns="45000" lIns="90000" rIns="90000" tIns="45000" wrap="none"/>
          <a:p>
            <a:pPr algn="ctr"/>
            <a:r>
              <a:rPr lang="en-US"/>
              <a:t>ConcreteASTCell</a:t>
            </a:r>
            <a:endParaRPr/>
          </a:p>
          <a:p>
            <a:pPr algn="ctr"/>
            <a:r>
              <a:rPr lang="en-US"/>
              <a:t>--------------------------------------</a:t>
            </a:r>
            <a:endParaRPr/>
          </a:p>
          <a:p>
            <a:pPr algn="ctr"/>
            <a:r>
              <a:rPr lang="en-US"/>
              <a:t>+*Val()::</a:t>
            </a:r>
            <a:endParaRPr/>
          </a:p>
          <a:p>
            <a:pPr algn="ctr"/>
            <a:r>
              <a:rPr lang="en-US"/>
              <a:t>+execute(VM c):: ASTCell</a:t>
            </a:r>
            <a:endParaRPr/>
          </a:p>
          <a:p>
            <a:endParaRPr/>
          </a:p>
          <a:p>
            <a:endParaRPr/>
          </a:p>
        </p:txBody>
      </p:sp>
      <p:sp>
        <p:nvSpPr>
          <p:cNvPr id="24" name="Rectangle 7"/>
          <p:cNvSpPr/>
          <p:nvPr/>
        </p:nvSpPr>
        <p:spPr>
          <a:xfrm>
            <a:off x="6172200" y="2505240"/>
            <a:ext cx="2027520" cy="1380960"/>
          </a:xfrm>
          <a:prstGeom prst="rect">
            <a:avLst/>
          </a:prstGeom>
          <a:solidFill>
            <a:srgbClr val="ccffff"/>
          </a:solidFill>
          <a:ln>
            <a:solidFill>
              <a:srgbClr val="000000"/>
            </a:solidFill>
          </a:ln>
        </p:spPr>
        <p:txBody>
          <a:bodyPr anchor="ctr" anchorCtr="1" bIns="45000" lIns="90000" rIns="90000" tIns="45000" wrap="none"/>
          <a:p>
            <a:pPr algn="ctr"/>
            <a:r>
              <a:rPr lang="en-US"/>
              <a:t>VM</a:t>
            </a:r>
            <a:endParaRPr/>
          </a:p>
          <a:p>
            <a:pPr algn="ctr"/>
            <a:r>
              <a:rPr lang="en-US"/>
              <a:t>-----------------------</a:t>
            </a:r>
            <a:endParaRPr/>
          </a:p>
          <a:p>
            <a:pPr algn="ctr"/>
            <a:r>
              <a:rPr b="1" lang="en-US"/>
              <a:t>GameState gs</a:t>
            </a:r>
            <a:endParaRPr/>
          </a:p>
          <a:p>
            <a:endParaRPr/>
          </a:p>
          <a:p>
            <a:pPr algn="ctr"/>
            <a:r>
              <a:rPr lang="en-US"/>
              <a:t>get*()::</a:t>
            </a:r>
            <a:endParaRPr/>
          </a:p>
        </p:txBody>
      </p:sp>
      <p:sp>
        <p:nvSpPr>
          <p:cNvPr id="25" name="Rectangle 8"/>
          <p:cNvSpPr/>
          <p:nvPr/>
        </p:nvSpPr>
        <p:spPr>
          <a:xfrm>
            <a:off x="5486400" y="4303080"/>
            <a:ext cx="3378960" cy="1183320"/>
          </a:xfrm>
          <a:prstGeom prst="rect">
            <a:avLst/>
          </a:prstGeom>
          <a:solidFill>
            <a:srgbClr val="ccffff"/>
          </a:solidFill>
          <a:ln>
            <a:solidFill>
              <a:srgbClr val="000000"/>
            </a:solidFill>
          </a:ln>
        </p:spPr>
        <p:txBody>
          <a:bodyPr anchor="ctr" anchorCtr="1" bIns="45000" lIns="90000" rIns="90000" tIns="45000" wrap="none"/>
          <a:p>
            <a:pPr algn="ctr"/>
            <a:r>
              <a:rPr lang="en-US"/>
              <a:t>GameState</a:t>
            </a:r>
            <a:endParaRPr/>
          </a:p>
          <a:p>
            <a:pPr algn="ctr"/>
            <a:r>
              <a:rPr lang="en-US"/>
              <a:t>---------------------</a:t>
            </a:r>
            <a:endParaRPr/>
          </a:p>
          <a:p>
            <a:pPr algn="ctr"/>
            <a:r>
              <a:rPr lang="en-US"/>
              <a:t>AST&lt;ASTCells&gt; Strategies</a:t>
            </a:r>
            <a:endParaRPr/>
          </a:p>
          <a:p>
            <a:endParaRPr/>
          </a:p>
        </p:txBody>
      </p:sp>
      <p:sp>
        <p:nvSpPr>
          <p:cNvPr id="26" name="Line 9"/>
          <p:cNvSpPr/>
          <p:nvPr/>
        </p:nvSpPr>
        <p:spPr>
          <a:xfrm flipV="1">
            <a:off x="7086600" y="3886200"/>
            <a:ext cx="0" cy="3945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</p:sp>
    </p:spTree>
  </p:cSld>
  <p:timing>
    <p:tnLst>
      <p:par>
        <p:cTn dur="indefinite" id="5" nodeType="tmRoot" restart="never">
          <p:childTnLst>
            <p:seq>
              <p:cTn id="6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Shape 1"/>
          <p:cNvSpPr txBox="1"/>
          <p:nvPr/>
        </p:nvSpPr>
        <p:spPr>
          <a:xfrm>
            <a:off x="468360" y="0"/>
            <a:ext cx="9071640" cy="1262160"/>
          </a:xfrm>
          <a:prstGeom prst="rect">
            <a:avLst/>
          </a:prstGeom>
        </p:spPr>
        <p:txBody>
          <a:bodyPr anchor="ctr" bIns="0" lIns="0" rIns="0" tIns="0" wrap="none"/>
          <a:p>
            <a:r>
              <a:rPr lang="en-US"/>
              <a:t>How it all Happens</a:t>
            </a:r>
            <a:endParaRPr/>
          </a:p>
        </p:txBody>
      </p:sp>
      <p:sp>
        <p:nvSpPr>
          <p:cNvPr id="28" name="TextShape 2"/>
          <p:cNvSpPr txBox="1"/>
          <p:nvPr/>
        </p:nvSpPr>
        <p:spPr>
          <a:xfrm>
            <a:off x="504000" y="1769040"/>
            <a:ext cx="9071640" cy="4989240"/>
          </a:xfrm>
          <a:prstGeom prst="rect">
            <a:avLst/>
          </a:prstGeom>
        </p:spPr>
        <p:txBody>
          <a:bodyPr bIns="0" lIns="0" rIns="0" tIns="0" wrap="none"/>
          <a:p>
            <a:pPr>
              <a:buSzPct val="45000"/>
              <a:buFont typeface="StarSymbol"/>
              <a:buChar char=""/>
            </a:pPr>
            <a:r>
              <a:rPr lang="en-US"/>
              <a:t>Main Pseudo</a:t>
            </a:r>
            <a:endParaRPr/>
          </a:p>
          <a:p>
            <a:endParaRPr/>
          </a:p>
          <a:p>
            <a:pPr lvl="1">
              <a:buSzPct val="45000"/>
              <a:buFont typeface="StarSymbol"/>
              <a:buChar char=""/>
            </a:pPr>
            <a:r>
              <a:rPr lang="en-US" sz="2200"/>
              <a:t>MainLoop() {</a:t>
            </a:r>
            <a:endParaRPr/>
          </a:p>
          <a:p>
            <a:pPr lvl="1">
              <a:buSzPct val="45000"/>
              <a:buFont typeface="StarSymbol"/>
              <a:buChar char=""/>
            </a:pPr>
            <a:r>
              <a:rPr lang="en-US" sz="2200"/>
              <a:t>  </a:t>
            </a:r>
            <a:r>
              <a:rPr lang="en-US" sz="2200"/>
              <a:t>For all monsters {</a:t>
            </a:r>
            <a:endParaRPr/>
          </a:p>
          <a:p>
            <a:pPr lvl="1">
              <a:buSzPct val="45000"/>
              <a:buFont typeface="StarSymbol"/>
              <a:buChar char=""/>
            </a:pPr>
            <a:r>
              <a:rPr lang="en-US" sz="2200"/>
              <a:t>     </a:t>
            </a:r>
            <a:r>
              <a:rPr lang="en-US" sz="2200"/>
              <a:t>schedule(monster.runScript());</a:t>
            </a:r>
            <a:endParaRPr/>
          </a:p>
          <a:p>
            <a:pPr lvl="1">
              <a:buSzPct val="45000"/>
              <a:buFont typeface="StarSymbol"/>
              <a:buChar char=""/>
            </a:pPr>
            <a:r>
              <a:rPr lang="en-US" sz="2200"/>
              <a:t>  </a:t>
            </a:r>
            <a:r>
              <a:rPr lang="en-US" sz="2200"/>
              <a:t>}</a:t>
            </a:r>
            <a:endParaRPr/>
          </a:p>
          <a:p>
            <a:pPr lvl="1">
              <a:buSzPct val="45000"/>
              <a:buFont typeface="StarSymbol"/>
              <a:buChar char=""/>
            </a:pPr>
            <a:r>
              <a:rPr lang="en-US" sz="2200"/>
              <a:t>  </a:t>
            </a:r>
            <a:r>
              <a:rPr lang="en-US" sz="2200"/>
              <a:t>(everything else)*</a:t>
            </a:r>
            <a:endParaRPr/>
          </a:p>
          <a:p>
            <a:pPr lvl="1">
              <a:buSzPct val="45000"/>
              <a:buFont typeface="StarSymbol"/>
              <a:buChar char=""/>
            </a:pPr>
            <a:r>
              <a:rPr lang="en-US" sz="2200"/>
              <a:t>}</a:t>
            </a:r>
            <a:endParaRPr/>
          </a:p>
          <a:p>
            <a:endParaRPr/>
          </a:p>
          <a:p>
            <a:pPr>
              <a:buSzPct val="45000"/>
              <a:buFont typeface="StarSymbol"/>
              <a:buChar char=""/>
            </a:pPr>
            <a:r>
              <a:rPr lang="en-US" sz="3200"/>
              <a:t>Each .runScript() returns a command</a:t>
            </a:r>
            <a:endParaRPr/>
          </a:p>
        </p:txBody>
      </p:sp>
    </p:spTree>
  </p:cSld>
  <p:timing>
    <p:tnLst>
      <p:par>
        <p:cTn dur="indefinite" id="7" nodeType="tmRoot" restart="never">
          <p:childTnLst>
            <p:seq>
              <p:cTn id="8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Shape 1"/>
          <p:cNvSpPr txBox="1"/>
          <p:nvPr/>
        </p:nvSpPr>
        <p:spPr>
          <a:xfrm>
            <a:off x="468360" y="0"/>
            <a:ext cx="9071640" cy="1262160"/>
          </a:xfrm>
          <a:prstGeom prst="rect">
            <a:avLst/>
          </a:prstGeom>
        </p:spPr>
        <p:txBody>
          <a:bodyPr anchor="ctr" bIns="0" lIns="0" rIns="0" tIns="0" wrap="none"/>
          <a:p>
            <a:r>
              <a:rPr lang="en-US"/>
              <a:t>Issues</a:t>
            </a:r>
            <a:endParaRPr/>
          </a:p>
        </p:txBody>
      </p:sp>
      <p:sp>
        <p:nvSpPr>
          <p:cNvPr id="30" name="TextShape 2"/>
          <p:cNvSpPr txBox="1"/>
          <p:nvPr/>
        </p:nvSpPr>
        <p:spPr>
          <a:xfrm>
            <a:off x="504000" y="1769040"/>
            <a:ext cx="9071640" cy="49892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  <a:p>
            <a:pPr>
              <a:buSzPct val="45000"/>
              <a:buFont typeface="StarSymbol"/>
              <a:buChar char=""/>
            </a:pPr>
            <a:r>
              <a:rPr lang="en-US"/>
              <a:t>VM/gameState interaction still pen on paper</a:t>
            </a:r>
            <a:endParaRPr/>
          </a:p>
          <a:p>
            <a:endParaRPr/>
          </a:p>
          <a:p>
            <a:pPr>
              <a:buSzPct val="45000"/>
              <a:buFont typeface="StarSymbol"/>
              <a:buChar char=""/>
            </a:pPr>
            <a:r>
              <a:rPr lang="en-US"/>
              <a:t>Cycles through all Monsters/npc strategies every time</a:t>
            </a:r>
            <a:endParaRPr/>
          </a:p>
        </p:txBody>
      </p:sp>
    </p:spTree>
  </p:cSld>
  <p:timing>
    <p:tnLst>
      <p:par>
        <p:cTn dur="indefinite" id="9" nodeType="tmRoot" restart="never">
          <p:childTnLst>
            <p:seq>
              <p:cTn id="10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 standalone="yes"?>
<p:sld xmlns:a="http://schemas.openxmlformats.org/drawingml/2006/main" xmlns:p="http://schemas.openxmlformats.org/presentationml/2006/main" xmlns:r="http://schemas.openxmlformats.org/officeDocument/2006/relationships"><p:cSld><p:spTree><p:nvGrpSpPr>        <p:cNvPr id="1" name=""/>        <p:cNvGrpSpPr/>        <p:nvPr/>      </p:nvGrpSpPr>      <p:grpSpPr>        <a:xfrm>          <a:off x="0" y="0"/>          <a:ext cx="0" cy="0"/>          <a:chOff x="0" y="0"/>          <a:chExt cx="0" cy="0"/>        </a:xfrm>      </p:grpSpPr><p:sp><p:nvSpPr><p:cNvPr id="31" name="TextShape 1"/><p:cNvSpPr txBox="1"/><p:nvPr/></p:nvSpPr><p:spPr><a:xfrm><a:off x="468360" y="0"/><a:ext cx="9071640" cy="1262160"/></a:xfrm><a:prstGeom prst="rect"><a:avLst/></a:prstGeom></p:spPr><p:txBody><a:bodyPr anchor="ctr" bIns="0" lIns="0" rIns="0" tIns="0" wrap="none"/><a:p><a:r><a:rPr lang="en-US"></a:rPr><a:t>Server Side</a:t></a:r><a:endParaRPr/></a:p></p:txBody></p:sp><p:sp><p:nvSpPr><p:cNvPr id="32" name="CustomShape 2"/><p:cNvSpPr/><p:nvPr/></p:nvSpPr><p:spPr><a:xfrm><a:off x="228600" y="1371600"/><a:ext cx="1828800" cy="457200"/></a:xfrm><a:prstGeom prst="rect"><a:avLst></a:avLst></a:prstGeom><a:solidFill><a:srgbClr val="c0c0c0"/></a:solidFill><a:ln><a:solidFill><a:srgbClr val="000000"/></a:solidFill></a:ln></p:spPr><p:txBody><a:bodyPr anchor="ctr" bIns="45000" lIns="90000" rIns="90000" tIns="45000" wrap="none"/><a:p><a:pPr algn="ctr"></a:pPr><a:r><a:rPr lang="en-US"></a:rPr><a:t>Existing Clients</a:t></a:r><a:endParaRPr/></a:p></p:txBody></p:sp><p:sp><p:nvSpPr><p:cNvPr id="33" name="CustomShape 3"/><p:cNvSpPr/><p:nvPr/></p:nvSpPr><p:spPr><a:xfrm><a:off x="2743200" y="1828800"/><a:ext cx="1828800" cy="685800"/></a:xfrm><a:prstGeom prst="rect"><a:avLst></a:avLst></a:prstGeom><a:solidFill><a:srgbClr val="99ccff"/></a:solidFill><a:ln><a:solidFill><a:srgbClr val="000000"/></a:solidFill></a:ln></p:spPr><p:txBody><a:bodyPr anchor="ctr" bIns="45000" lIns="90000" rIns="90000" tIns="45000" wrap="none"/><a:p><a:pPr algn="ctr"></a:pPr><a:r><a:rPr lang="en-US"></a:rPr><a:t>Server Listeners</a:t></a:r><a:endParaRPr/></a:p></p:txBody></p:sp><p:sp><p:nvSpPr><p:cNvPr id="34" name="CustomShape 4"/><p:cNvSpPr/><p:nvPr/></p:nvSpPr><p:spPr><a:xfrm><a:off x="457200" y="2971800"/><a:ext cx="1828800" cy="685800"/></a:xfrm><a:prstGeom prst="rect"><a:avLst></a:avLst></a:prstGeom><a:solidFill><a:srgbClr val="99ccff"/></a:solidFill><a:ln><a:solidFill><a:srgbClr val="000000"/></a:solidFill></a:ln></p:spPr><p:txBody><a:bodyPr anchor="ctr" bIns="45000" lIns="90000" rIns="90000" tIns="45000" wrap="none"/><a:p><a:pPr algn="ctr"></a:pPr><a:r><a:rPr lang="en-US"></a:rPr><a:t>Server</a:t></a:r><a:endParaRPr/></a:p></p:txBody></p:sp><p:sp><p:nvSpPr><p:cNvPr id="35" name="CustomShape 5"/><p:cNvSpPr/><p:nvPr/></p:nvSpPr><p:spPr><a:xfrm><a:off x="457200" y="4800600"/><a:ext cx="1828800" cy="457200"/></a:xfrm><a:prstGeom prst="rect"><a:avLst></a:avLst></a:prstGeom><a:solidFill><a:srgbClr val="c0c0c0"/></a:solidFill><a:ln><a:solidFill><a:srgbClr val="000000"/></a:solidFill></a:ln></p:spPr><p:txBody><a:bodyPr anchor="ctr" bIns="45000" lIns="90000" rIns="90000" tIns="45000" wrap="none"/><a:p><a:pPr algn="ctr"></a:pPr><a:r><a:rPr lang="en-US"></a:rPr><a:t>New Clients</a:t></a:r><a:endParaRPr/></a:p></p:txBody></p:sp><p:cxnSp><p:nvCxnSpPr><p:cNvPr id="36" name="Line 6"/><p:cNvCxnSpPr><a:stCxn id="34" idx="0"/><a:endCxn id="33" idx="2"/></p:cNvCxnSpPr><p:nvPr/></p:nvCxnSpPr><p:spPr><xfrm flipH="1"><a:off x="1371600" y="2514600"/><a:ext cx="2286360" cy="457560"/></xfrm><a:prstGeom prst="bentConnector3"><a:avLst/></a:prstGeom><a:ln><a:solidFill><a:srgbClr val="000000"/></a:solidFill><a:tailEnd len="med" type="triangle" w="med"/></a:ln></p:spPr></p:cxnSp><p:cxnSp><p:nvCxnSpPr><p:cNvPr id="37" name="Line 7"/><p:cNvCxnSpPr><a:stCxn id="32" idx="3"/><a:endCxn id="33" idx="1"/></p:cNvCxnSpPr><p:nvPr/></p:nvCxnSpPr><p:spPr><xfrm><a:off x="2057400" y="1600200"/><a:ext cx="686160" cy="571680"/></xfrm><a:prstGeom prst="bentConnector3"><a:avLst/></a:prstGeom><a:ln><a:solidFill><a:srgbClr val="000000"/></a:solidFill><a:tailEnd len="med" type="triangle" w="med"/></a:ln></p:spPr></p:cxnSp><p:cxnSp><p:nvCxnSpPr><p:cNvPr id="38" name="Line 8"/><p:cNvCxnSpPr><a:stCxn id="35" idx="0"/><a:endCxn id="34" idx="2"/></p:cNvCxnSpPr><p:nvPr/></p:nvCxnSpPr><p:spPr><xfrm flipH="1"><a:off x="1371600" y="3657600"/><a:ext cx="360" cy="1143360"/></xfrm><a:prstGeom prst="bentConnector3"><a:avLst/></a:prstGeom><a:ln><a:solidFill><a:srgbClr val="000000"/></a:solidFill><a:tailEnd len="med" type="triangle" w="med"/></a:ln></p:spPr></p:cxnSp><p:sp><p:nvSpPr><p:cNvPr id="39" name="CustomShape 9"/><p:cNvSpPr/><p:nvPr/></p:nvSpPr><p:spPr><a:xfrm><a:off x="3657600" y="3429000"/><a:ext cx="2743200" cy="914400"/></a:xfrm><a:prstGeom prst="rect"><a:avLst></a:avLst></a:prstGeom><a:solidFill><a:srgbClr val="99ccff"/></a:solidFill><a:ln><a:solidFill><a:srgbClr val="000000"/></a:solidFill></a:ln></p:spPr><p:txBody><a:bodyPr anchor="ctr" bIns="45000" lIns="90000" rIns="90000" tIns="45000" wrap="none"/><a:p><a:pPr algn="ctr"></a:pPr><a:r><a:rPr lang="en-US"></a:rPr><a:t>Schedule</a:t></a:r><a:endParaRPr/></a:p><a:p><a:pPr algn="ctr"></a:pPr><a:r><a:rPr lang="en-US"></a:rPr><a:t>(Priority Blocking Queue)</a:t></a:r><a:endParaRPr/></a:p></p:txBody></p:sp><p:sp><p:nvSpPr><p:cNvPr id="40" name="CustomShape 10"/><p:cNvSpPr/><p:nvPr/></p:nvSpPr><p:spPr><a:xfrm><a:off x="4343400" y="5715000"/><a:ext cx="3429000" cy="1371600"/></a:xfrm><a:prstGeom prst="rect"><a:avLst></a:avLst></a:prstGeom><a:solidFill><a:srgbClr val="99ccff"/></a:solidFill><a:ln><a:solidFill><a:srgbClr val="000000"/></a:solidFill></a:ln></p:spPr><p:txBody><a:bodyPr anchor="ctr" bIns="45000" lIns="90000" rIns="90000" tIns="45000" wrap="none"/><a:p><a:pPr algn="ctr"></a:pPr><a:r><a:rPr lang="en-US"></a:rPr><a:t>Game State</a:t></a:r><a:endParaRPr/></a:p></p:txBody></p:sp><p:sp><p:nvSpPr><p:cNvPr id="41" name="CustomShape 11"/><p:cNvSpPr/><p:nvPr/></p:nvSpPr><p:spPr><a:xfrm><a:off x="7086600" y="2057400"/><a:ext cx="2743200" cy="1371600"/></a:xfrm><a:prstGeom prst="rect"><a:avLst></a:avLst></a:prstGeom><a:solidFill><a:srgbClr val="99ccff"/></a:solidFill><a:ln><a:solidFill><a:srgbClr val="000000"/></a:solidFill></a:ln></p:spPr><p:txBody><a:bodyPr anchor="ctr" bIns="45000" lIns="90000" rIns="90000" tIns="45000" wrap="none"/><a:p><a:endParaRPr/></a:p><a:p><a:pPr algn="ctr"></a:pPr><a:r><a:rPr lang="en-US"></a:rPr><a:t>Game Loop:</a:t></a:r><a:endParaRPr/></a:p><a:p><a:endParaRPr/></a:p><a:p><a:pPr algn="ctr"></a:pPr><a:r><a:rPr lang="en-US" sz="1500"></a:rPr><a:t>Executes all Commands</a:t></a:r><a:endParaRPr/></a:p><a:p><a:pPr algn="ctr"></a:pPr><a:r><a:rPr lang="en-US" sz="1500"></a:rPr><a:t>If valid it broadcasts command</a:t></a:r><a:endParaRPr/></a:p><a:p><a:pPr algn="ctr"></a:pPr><a:r><a:rPr lang="en-US" sz="1500"></a:rPr><a:t>Else returns to command owne</a:t></a:r><a:r><a:rPr lang="en-US" sz="1600"></a:rPr><a:t>r</a:t></a:r><a:endParaRPr/></a:p><a:p><a:endParaRPr/></a:p></p:txBody></p:sp><p:cxnSp><p:nvCxnSpPr><p:cNvPr id="42" name="Line 12"/><p:cNvCxnSpPr><a:stCxn id="41" idx="1"/><a:endCxn id="39" idx="3"/></p:cNvCxnSpPr><p:nvPr/></p:nvCxnSpPr><p:spPr><1pic:xfrm><a:off x="6400800" y="2743200"/><a:ext cx="686160" cy="1143360"/></1pic:xfrm><a:prstGeom prst="bentConnector3"><a:avLst/></a:prstGeom><a:ln><a:solidFill><a:srgbClr val="000000"/></a:solidFill><a:tailEnd len="med" type="triangle" w="med"/></a:ln></p:spPr></p:cxnSp><p:cxnSp><p:nvCxnSpPr><p:cNvPr id="43" name="Line 13"/><p:cNvCxnSpPr><a:stCxn id="41" idx="2"/><a:endCxn id="40" idx="0"/></p:cNvCxnSpPr><p:nvPr/></p:nvCxnSpPr><p:spPr><1pic:xfrm><a:off x="6057720" y="3429000"/><a:ext cx="2400840" cy="2286360"/></1pic:xfrm><a:prstGeom prst="bentConnector3"><a:avLst/></a:prstGeom><a:ln><a:solidFill><a:srgbClr val="000000"/></a:solidFill><a:tailEnd len="med" type="triangle" w="med"/></a:ln></p:spPr></p:cxnSp><p:cxnSp><p:nvCxnSpPr><p:cNvPr id="44" name="Line 14"/><p:cNvCxnSpPr><a:stCxn id="41" idx="0"/><a:endCxn id="33" idx="0"/></p:cNvCxnSpPr><p:nvPr/></p:nvCxnSpPr><p:spPr><1pic:xfrm flipH="1"><a:off x="3657600" y="1828800"/><a:ext cx="4800960" cy="228960"/></1pic:xfrm><a:prstGeom prst="bentConnector3"><a:avLst/></a:prstGeom><a:ln><a:solidFill><a:srgbClr val="000000"/></a:solidFill><a:tailEnd len="med" type="triangle" w="med"/></a:ln></p:spPr><p:txBody><a:bodyPr anchor="ctr" anchorCtr="1" bIns="45000" lIns="90000" rIns="90000" tIns="45000" wrap="none"/><a:p><a:pPr algn="ctr"></a:pPr><a:r><a:rPr lang="en-US"></a:rPr><a:t>Broadcast Command</a:t></a:r><a:endParaRPr/></a:p></p:txBody></p:cxnSp><p:cxnSp><p:nvCxnSpPr><p:cNvPr id="45" name="Line 15"/><p:cNvCxnSpPr><a:stCxn id="33" idx="3"/><a:endCxn id="39" idx="0"/></p:cNvCxnSpPr><p:nvPr/></p:nvCxnSpPr><p:spPr><xfrm><a:off x="4572000" y="2171520"/><a:ext cx="457560" cy="1257840"/></xfrm><a:prstGeom prst="bentConnector3"><a:avLst/></a:prstGeom><a:ln><a:solidFill><a:srgbClr val="000000"/></a:solidFill><a:tailEnd len="med" type="triangle" w="med"/></a:ln></p:spPr></p:cxnSp><p:cxnSp><p:nvCxnSpPr><p:cNvPr id="46" name="Line 16"/><p:cNvCxnSpPr><a:stCxn id="32" idx="3"/><a:endCxn id="33" idx="1"/></p:cNvCxnSpPr><p:nvPr/></p:nvCxnSpPr><p:spPr><xfrm><a:off x="2057400" y="1600200"/><a:ext cx="686160" cy="571680"/></xfrm><a:prstGeom prst="bentConnector3"><a:avLst/></a:prstGeom><a:ln><a:solidFill><a:srgbClr val="000000"/></a:solidFill><a:headEnd len="med" type="triangle" w="med"/><a:tailEnd len="med" type="triangle" w="med"/></a:ln></p:spPr></p:cxnSp></p:spTree></p:cSld><p:timing><p:tnLst><p:par><p:cTn dur="indefinite" id="11" nodeType="tmRoot" restart="never"><p:childTnLst><p:seq><p:cTn id="12" nodeType="mainSeq"><p:childTnLst></p:childTnLst></p:cTn><p:prevCondLst><p:cond delay="0" evt="onPrev"><p:tgtEl><p:sldTgt/></p:tgtEl></p:cond></p:prevCondLst><p:nextCondLst><p:cond delay="0" evt="onNext"><p:tgtEl><p:sldTgt/></p:tgtEl></p:cond></p:nextCondLst></p:seq></p:childTnLst></p:cTn></p:par></p:tnLst></p:timing>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Shape 1"/>
          <p:cNvSpPr txBox="1"/>
          <p:nvPr/>
        </p:nvSpPr>
        <p:spPr>
          <a:xfrm>
            <a:off x="468360" y="0"/>
            <a:ext cx="9071640" cy="1262160"/>
          </a:xfrm>
          <a:prstGeom prst="rect">
            <a:avLst/>
          </a:prstGeom>
        </p:spPr>
        <p:txBody>
          <a:bodyPr anchor="ctr" bIns="0" lIns="0" rIns="0" tIns="0" wrap="none"/>
          <a:p>
            <a:r>
              <a:rPr lang="en-US"/>
              <a:t>Server Side</a:t>
            </a:r>
            <a:endParaRPr/>
          </a:p>
        </p:txBody>
      </p:sp>
      <p:sp>
        <p:nvSpPr>
          <p:cNvPr id="48" name="TextShape 2"/>
          <p:cNvSpPr txBox="1"/>
          <p:nvPr/>
        </p:nvSpPr>
        <p:spPr>
          <a:xfrm>
            <a:off x="529560" y="1828800"/>
            <a:ext cx="9071640" cy="4989240"/>
          </a:xfrm>
          <a:prstGeom prst="rect">
            <a:avLst/>
          </a:prstGeom>
        </p:spPr>
        <p:txBody>
          <a:bodyPr bIns="0" lIns="0" rIns="0" tIns="0" wrap="none"/>
          <a:p>
            <a:pPr>
              <a:buSzPct val="45000"/>
              <a:buFont typeface="StarSymbol"/>
              <a:buChar char=""/>
            </a:pPr>
            <a:r>
              <a:rPr lang="en-US"/>
              <a:t>Client Connects</a:t>
            </a:r>
            <a:endParaRPr/>
          </a:p>
          <a:p>
            <a:pPr>
              <a:buSzPct val="45000"/>
              <a:buFont typeface="StarSymbol"/>
              <a:buChar char=""/>
            </a:pPr>
            <a:r>
              <a:rPr lang="en-US"/>
              <a:t>Commands exchanged</a:t>
            </a:r>
            <a:endParaRPr/>
          </a:p>
          <a:p>
            <a:pPr>
              <a:buSzPct val="45000"/>
              <a:buFont typeface="StarSymbol"/>
              <a:buChar char=""/>
            </a:pPr>
            <a:r>
              <a:rPr lang="en-US"/>
              <a:t>Game Loop</a:t>
            </a:r>
            <a:endParaRPr/>
          </a:p>
          <a:p>
            <a:pPr lvl="1">
              <a:buSzPct val="45000"/>
              <a:buFont typeface="StarSymbol"/>
              <a:buChar char=""/>
            </a:pPr>
            <a:r>
              <a:rPr lang="en-US" sz="2200"/>
              <a:t>Timer tick</a:t>
            </a:r>
            <a:endParaRPr/>
          </a:p>
          <a:p>
            <a:pPr lvl="1">
              <a:buSzPct val="45000"/>
              <a:buFont typeface="StarSymbol"/>
              <a:buChar char=""/>
            </a:pPr>
            <a:r>
              <a:rPr lang="en-US" sz="2200"/>
              <a:t>Gets all scheduled commands</a:t>
            </a:r>
            <a:endParaRPr/>
          </a:p>
          <a:p>
            <a:pPr lvl="1">
              <a:buSzPct val="45000"/>
              <a:buFont typeface="StarSymbol"/>
              <a:buChar char=""/>
            </a:pPr>
            <a:r>
              <a:rPr lang="en-US" sz="2200"/>
              <a:t>Checks validity</a:t>
            </a:r>
            <a:endParaRPr/>
          </a:p>
          <a:p>
            <a:pPr lvl="1">
              <a:buSzPct val="45000"/>
              <a:buFont typeface="StarSymbol"/>
              <a:buChar char=""/>
            </a:pPr>
            <a:r>
              <a:rPr lang="en-US" sz="2200"/>
              <a:t>Broadcast command</a:t>
            </a:r>
            <a:endParaRPr/>
          </a:p>
          <a:p>
            <a:pPr lvl="1">
              <a:buSzPct val="45000"/>
              <a:buFont typeface="StarSymbol"/>
              <a:buChar char=""/>
            </a:pPr>
            <a:r>
              <a:rPr lang="en-US" sz="2200"/>
              <a:t>Returns to sender</a:t>
            </a:r>
            <a:endParaRPr/>
          </a:p>
          <a:p>
            <a:pPr>
              <a:buSzPct val="45000"/>
              <a:buFont typeface="StarSymbol"/>
              <a:buChar char=""/>
            </a:pPr>
            <a:r>
              <a:rPr lang="en-US" sz="3200"/>
              <a:t>Issues</a:t>
            </a:r>
            <a:endParaRPr/>
          </a:p>
        </p:txBody>
      </p:sp>
    </p:spTree>
  </p:cSld>
  <p:timing>
    <p:tnLst>
      <p:par>
        <p:cTn dur="indefinite" id="13" nodeType="tmRoot" restart="never">
          <p:childTnLst>
            <p:seq>
              <p:cTn id="14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 standalone="yes"?>
<p:sld xmlns:a="http://schemas.openxmlformats.org/drawingml/2006/main" xmlns:p="http://schemas.openxmlformats.org/presentationml/2006/main" xmlns:r="http://schemas.openxmlformats.org/officeDocument/2006/relationships"><p:cSld><p:spTree><p:nvGrpSpPr>        <p:cNvPr id="1" name=""/>        <p:cNvGrpSpPr/>        <p:nvPr/>      </p:nvGrpSpPr>      <p:grpSpPr>        <a:xfrm>          <a:off x="0" y="0"/>          <a:ext cx="0" cy="0"/>          <a:chOff x="0" y="0"/>          <a:chExt cx="0" cy="0"/>        </a:xfrm>      </p:grpSpPr><p:sp><p:nvSpPr><p:cNvPr id="49" name="TextShape 1"/><p:cNvSpPr txBox="1"/><p:nvPr/></p:nvSpPr><p:spPr><a:xfrm><a:off x="468360" y="0"/><a:ext cx="9071640" cy="1262160"/></a:xfrm><a:prstGeom prst="rect"><a:avLst/></a:prstGeom></p:spPr><p:txBody><a:bodyPr anchor="ctr" bIns="0" lIns="0" rIns="0" tIns="0" wrap="none"/><a:p><a:r><a:rPr lang="en-US"></a:rPr><a:t>Client Side</a:t></a:r><a:endParaRPr/></a:p></p:txBody></p:sp><p:sp><p:nvSpPr><p:cNvPr id="50" name="TextShape 2"/><p:cNvSpPr txBox="1"/><p:nvPr/></p:nvSpPr><p:spPr><a:xfrm><a:off x="504000" y="1769040"/><a:ext cx="9071640" cy="2802960"/></a:xfrm><a:prstGeom prst="rect"><a:avLst/></a:prstGeom></p:spPr><p:txBody><a:bodyPr bIns="0" lIns="0" rIns="0" tIns="0" wrap="none"/><a:p><a:pPr><a:buSzPct val="45000"/><a:buFont typeface="StarSymbol"/><a:buChar char=""/></a:pPr><a:r><a:rPr lang="en-US"></a:rPr><a:t>User issues commands</a:t></a:r><a:endParaRPr/></a:p><a:p><a:pPr><a:buSzPct val="45000"/><a:buFont typeface="StarSymbol"/><a:buChar char=""/></a:pPr><a:r><a:rPr lang="en-US"></a:rPr><a:t>Commands received</a:t></a:r><a:endParaRPr/></a:p></p:txBody></p:sp><p:sp><p:nvSpPr><p:cNvPr id="51" name="CustomShape 3"/><p:cNvSpPr/><p:nvPr/></p:nvSpPr><p:spPr><a:xfrm><a:off x="1371600" y="3886200"/><a:ext cx="2057400" cy="457200"/></a:xfrm><a:prstGeom prst="rect"><a:avLst></a:avLst></a:prstGeom><a:solidFill><a:srgbClr val="c0c0c0"/></a:solidFill><a:ln><a:solidFill><a:srgbClr val="000000"/></a:solidFill></a:ln></p:spPr><p:txBody><a:bodyPr anchor="ctr" bIns="45000" lIns="90000" rIns="90000" tIns="45000" wrap="none"/><a:p><a:pPr algn="ctr"></a:pPr><a:r><a:rPr lang="en-US"></a:rPr><a:t>User Interface</a:t></a:r><a:endParaRPr/></a:p></p:txBody></p:sp><p:sp><p:nvSpPr><p:cNvPr id="52" name="CustomShape 4"/><p:cNvSpPr/><p:nvPr/></p:nvSpPr><p:spPr><a:xfrm><a:off x="1371600" y="5486400"/><a:ext cx="1600200" cy="1143000"/></a:xfrm><a:prstGeom prst="rect"><a:avLst></a:avLst></a:prstGeom><a:solidFill><a:srgbClr val="99ccff"/></a:solidFill><a:ln><a:solidFill><a:srgbClr val="000000"/></a:solidFill></a:ln></p:spPr><p:txBody><a:bodyPr anchor="ctr" bIns="45000" lIns="90000" rIns="90000" tIns="45000" wrap="none"/><a:p><a:pPr algn="ctr"></a:pPr><a:r><a:rPr lang="en-US"></a:rPr><a:t>Local State</a:t></a:r><a:endParaRPr/></a:p></p:txBody></p:sp><p:sp><p:nvSpPr><p:cNvPr id="53" name="CustomShape 5"/><p:cNvSpPr/><p:nvPr/></p:nvSpPr><p:spPr><a:xfrm><a:off x="4572000" y="5029200"/><a:ext cx="1600200" cy="685800"/></a:xfrm><a:prstGeom prst="rect"><a:avLst></a:avLst></a:prstGeom><a:solidFill><a:srgbClr val="99ccff"/></a:solidFill><a:ln><a:solidFill><a:srgbClr val="000000"/></a:solidFill></a:ln></p:spPr><p:txBody><a:bodyPr anchor="ctr" bIns="45000" lIns="90000" rIns="90000" tIns="45000" wrap="none"/><a:p><a:pPr algn="ctr"></a:pPr><a:r><a:rPr lang="en-US"></a:rPr><a:t>Client Listener</a:t></a:r><a:endParaRPr/></a:p></p:txBody></p:sp><p:cxnSp><p:nvCxnSpPr><p:cNvPr id="54" name="Line 6"/><p:cNvCxnSpPr><a:stCxn id="53" idx="1"/><a:endCxn id="52" idx="3"/></p:cNvCxnSpPr><p:nvPr/></p:nvCxnSpPr><p:spPr><1pic:xfrm><a:off x="2971800" y="5371920"/><a:ext cx="1600560" cy="686160"/></1pic:xfrm><a:prstGeom prst="bentConnector3"><a:avLst/></a:prstGeom><a:ln><a:solidFill><a:srgbClr val="000000"/></a:solidFill><a:tailEnd len="med" type="triangle" w="med"/></a:ln></p:spPr></p:cxnSp><p:sp><p:nvSpPr><p:cNvPr id="55" name="CustomShape 7"/><p:cNvSpPr/><p:nvPr/></p:nvSpPr><p:spPr><a:xfrm><a:off x="6858000" y="6172200"/><a:ext cx="1828800" cy="457200"/></a:xfrm><a:prstGeom prst="rect"><a:avLst></a:avLst></a:prstGeom><a:solidFill><a:srgbClr val="c0c0c0"/></a:solidFill><a:ln><a:solidFill><a:srgbClr val="000000"/></a:solidFill></a:ln></p:spPr><p:txBody><a:bodyPr anchor="ctr" bIns="45000" lIns="90000" rIns="90000" tIns="45000" wrap="none"/><a:p><a:pPr algn="ctr"></a:pPr><a:r><a:rPr lang="en-US"></a:rPr><a:t>Net Traffic</a:t></a:r><a:endParaRPr/></a:p></p:txBody></p:sp><p:cxnSp><p:nvCxnSpPr><p:cNvPr id="56" name="Line 8"/><p:cNvCxnSpPr><a:stCxn id="53" idx="3"/><a:endCxn id="55" idx="1"/></p:cNvCxnSpPr><p:nvPr/></p:nvCxnSpPr><p:spPr><xfrm><a:off x="6172200" y="5371920"/><a:ext cx="686160" cy="1029240"/></xfrm><a:prstGeom prst="bentConnector3"><a:avLst/></a:prstGeom><a:ln><a:solidFill><a:srgbClr val="000000"/></a:solidFill><a:headEnd len="med" type="triangle" w="med"/><a:tailEnd len="med" type="triangle" w="med"/></a:ln></p:spPr></p:cxnSp><p:sp><p:nvSpPr><p:cNvPr id="57" name="Line 9"/><p:cNvSpPr/><p:nvPr/></p:nvSpPr><p:spPr><a:xfrm><a:off x="8686800" y="6400800"/><a:ext cx="914400" cy="0"/></a:xfrm><a:prstGeom prst="line"><a:avLst/></a:prstGeom><a:ln><a:solidFill><a:srgbClr val="000000"/></a:solidFill><a:tailEnd len="med" type="triangle" w="med"/></a:ln></p:spPr></p:sp><p:cxnSp><p:nvCxnSpPr><p:cNvPr id="58" name="Line 10"/><p:cNvCxnSpPr><a:stCxn id="51" idx="2"/><a:endCxn id="53" idx="0"/></p:cNvCxnSpPr><p:nvPr/></p:nvCxnSpPr><p:spPr><xfrm><a:off x="2400120" y="4343400"/><a:ext cx="2972160" cy="686160"/></xfrm><a:prstGeom prst="bentConnector3"><a:avLst/></a:prstGeom><a:ln><a:solidFill><a:srgbClr val="000000"/></a:solidFill><a:headEnd len="med" type="triangle" w="med"/><a:tailEnd len="med" type="triangle" w="med"/></a:ln></p:spPr></p:cxnSp><p:sp><p:nvSpPr><p:cNvPr id="59" name="Line 11"/><p:cNvSpPr/><p:nvPr/></p:nvSpPr><p:spPr><a:xfrm><a:off x="1828800" y="4343400"/><a:ext cx="0" cy="1143000"/></a:xfrm><a:prstGeom prst="line"><a:avLst/></a:prstGeom><a:ln><a:solidFill><a:srgbClr val="000000"/></a:solidFill><a:tailEnd len="med" type="triangle" w="med"/></a:ln></p:spPr></p:sp></p:spTree></p:cSld><p:timing><p:tnLst><p:par><p:cTn dur="indefinite" id="15" nodeType="tmRoot" restart="never"><p:childTnLst><p:seq><p:cTn id="16" nodeType="mainSeq"><p:childTnLst></p:childTnLst></p:cTn><p:prevCondLst><p:cond delay="0" evt="onPrev"><p:tgtEl><p:sldTgt/></p:tgtEl></p:cond></p:prevCondLst><p:nextCondLst><p:cond delay="0" evt="onNext"><p:tgtEl><p:sldTgt/></p:tgtEl></p:cond></p:nextCondLst></p:seq></p:childTnLst></p:cTn></p:par></p:tnLst></p:timing></p:sld>
</file>

<file path=ppt/slides/slide9.xml><?xml version="1.0" encoding="UTF-8" standalone="yes"?>
<p:sld xmlns:a="http://schemas.openxmlformats.org/drawingml/2006/main" xmlns:p="http://schemas.openxmlformats.org/presentationml/2006/main" xmlns:r="http://schemas.openxmlformats.org/officeDocument/2006/relationships"><p:cSld><p:spTree><p:nvGrpSpPr>        <p:cNvPr id="1" name=""/>        <p:cNvGrpSpPr/>        <p:nvPr/>      </p:nvGrpSpPr>      <p:grpSpPr>        <a:xfrm>          <a:off x="0" y="0"/>          <a:ext cx="0" cy="0"/>          <a:chOff x="0" y="0"/>          <a:chExt cx="0" cy="0"/>        </a:xfrm>      </p:grpSpPr><p:sp><p:nvSpPr><p:cNvPr id="60" name="TextShape 1"/><p:cNvSpPr txBox="1"/><p:nvPr/></p:nvSpPr><p:spPr><a:xfrm><a:off x="468360" y="0"/><a:ext cx="9071640" cy="1262160"/></a:xfrm><a:prstGeom prst="rect"><a:avLst/></a:prstGeom></p:spPr><p:txBody><a:bodyPr anchor="ctr" bIns="0" lIns="0" rIns="0" tIns="0" wrap="none"/><a:p><a:r><a:rPr lang="en-US"></a:rPr><a:t>Game Content</a:t></a:r><a:endParaRPr/></a:p></p:txBody></p:sp><p:sp><p:nvSpPr><p:cNvPr id="61" name="CustomShape 2"/><p:cNvSpPr/><p:nvPr/></p:nvSpPr><p:spPr><a:xfrm><a:off x="1600200" y="2743200"/><a:ext cx="1828800" cy="685800"/></a:xfrm><a:prstGeom prst="rect"><a:avLst></a:avLst></a:prstGeom><a:solidFill><a:srgbClr val="c0c0c0"/></a:solidFill><a:ln><a:solidFill><a:srgbClr val="000000"/></a:solidFill></a:ln></p:spPr><p:txBody><a:bodyPr anchor="ctr" bIns="45000" lIns="90000" rIns="90000" tIns="45000" wrap="none"/><a:p><a:pPr algn="ctr"></a:pPr><a:r><a:rPr lang="en-US"></a:rPr><a:t>Server</a:t></a:r><a:endParaRPr/></a:p></p:txBody></p:sp><p:sp><p:nvSpPr><p:cNvPr id="62" name="CustomShape 3"/><p:cNvSpPr/><p:nvPr/></p:nvSpPr><p:spPr><a:xfrm><a:off x="6172200" y="2743200"/><a:ext cx="1828800" cy="685800"/></a:xfrm><a:prstGeom prst="rect"><a:avLst></a:avLst></a:prstGeom><a:solidFill><a:srgbClr val="c0c0c0"/></a:solidFill><a:ln><a:solidFill><a:srgbClr val="000000"/></a:solidFill></a:ln></p:spPr><p:txBody><a:bodyPr anchor="ctr" bIns="45000" lIns="90000" rIns="90000" tIns="45000" wrap="none"/><a:p><a:pPr algn="ctr"></a:pPr><a:r><a:rPr lang="en-US"></a:rPr><a:t>Client</a:t></a:r><a:endParaRPr/></a:p></p:txBody></p:sp><p:sp><p:nvSpPr><p:cNvPr id="63" name="CustomShape 4"/><p:cNvSpPr/><p:nvPr/></p:nvSpPr><p:spPr><a:xfrm><a:off x="2971800" y="4915080"/><a:ext cx="3200400" cy="1028520"/></a:xfrm><a:prstGeom prst="rect"><a:avLst></a:avLst></a:prstGeom><a:solidFill><a:srgbClr val="99ccff"/></a:solidFill><a:ln><a:solidFill><a:srgbClr val="000000"/></a:solidFill></a:ln></p:spPr><p:txBody><a:bodyPr anchor="ctr" bIns="45000" lIns="90000" rIns="90000" tIns="45000" wrap="none"/><a:p><a:pPr algn="ctr"></a:pPr><a:r><a:rPr lang="en-US"></a:rPr><a:t>Game State </a:t></a:r><a:endParaRPr/></a:p></p:txBody></p:sp><p:cxnSp><p:nvCxnSpPr><p:cNvPr id="64" name="Line 5"/><p:cNvCxnSpPr><a:stCxn id="63" idx="0"/><a:endCxn id="61" idx="2"/></p:cNvCxnSpPr><p:nvPr/></p:nvCxnSpPr><p:spPr><1pic:xfrm flipH="1"><a:off x="2514600" y="3429000"/><a:ext cx="2057760" cy="1486440"/></1pic:xfrm><a:prstGeom prst="bentConnector3"><a:avLst/></a:prstGeom><a:ln><a:solidFill><a:srgbClr val="000000"/></a:solidFill><a:headEnd len="med" type="triangle" w="med"/><a:tailEnd len="med" type="triangle" w="med"/></a:ln></p:spPr></p:cxnSp><p:cxnSp><p:nvCxnSpPr><p:cNvPr id="65" name="Line 6"/><p:cNvCxnSpPr><a:stCxn id="63" idx="0"/><a:endCxn id="62" idx="2"/></p:cNvCxnSpPr><p:nvPr/></p:nvCxnSpPr><p:spPr><xfrm flipH="1"><a:off x="4572000" y="3429000"/><a:ext cx="2514960" cy="1486440"/></xfrm><a:prstGeom prst="bentConnector3"><a:avLst/></a:prstGeom><a:ln><a:solidFill><a:srgbClr val="000000"/></a:solidFill><a:headEnd len="med" type="triangle" w="med"/><a:tailEnd len="med" type="triangle" w="med"/></a:ln></p:spPr></p:cxnSp><p:cxnSp><p:nvCxnSpPr><p:cNvPr id="66" name="Line 7"/><p:cNvCxnSpPr><a:stCxn id="61" idx="3"/><a:endCxn id="62" idx="1"/></p:cNvCxnSpPr><p:nvPr/></p:nvCxnSpPr><p:spPr><xfrm><a:off x="3429000" y="3085920"/><a:ext cx="2743560" cy="360"/></xfrm><a:prstGeom prst="bentConnector3"><a:avLst/></a:prstGeom><a:ln><a:solidFill><a:srgbClr val="000000"/></a:solidFill><a:headEnd len="med" type="triangle" w="med"/><a:tailEnd len="med" type="triangle" w="med"/></a:ln></p:spPr></p:cxnSp></p:spTree></p:cSld><p:timing><p:tnLst><p:par><p:cTn dur="indefinite" id="17" nodeType="tmRoot" restart="never"><p:childTnLst><p:seq><p:cTn id="18" nodeType="mainSeq"><p:childTnLst></p:childTnLst></p:cTn><p:prevCondLst><p:cond delay="0" evt="onPrev"><p:tgtEl><p:sldTgt/></p:tgtEl></p:cond></p:prevCondLst><p:nextCondLst><p:cond delay="0" evt="onNext"><p:tgtEl><p:sldTgt/></p:tgtEl></p:cond></p:nextCondLst></p:seq></p:childTnLst></p:cTn></p:par></p:tnLst></p:timing>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Shape 1"/>
          <p:cNvSpPr txBox="1"/>
          <p:nvPr/>
        </p:nvSpPr>
        <p:spPr>
          <a:xfrm>
            <a:off x="468360" y="0"/>
            <a:ext cx="9071640" cy="1262160"/>
          </a:xfrm>
          <a:prstGeom prst="rect">
            <a:avLst/>
          </a:prstGeom>
        </p:spPr>
        <p:txBody>
          <a:bodyPr anchor="ctr" bIns="0" lIns="0" rIns="0" tIns="0" wrap="none"/>
          <a:p>
            <a:r>
              <a:rPr lang="en-US"/>
              <a:t>Game Content</a:t>
            </a:r>
            <a:endParaRPr/>
          </a:p>
        </p:txBody>
      </p:sp>
      <p:sp>
        <p:nvSpPr>
          <p:cNvPr id="68" name="TextShape 2"/>
          <p:cNvSpPr txBox="1"/>
          <p:nvPr/>
        </p:nvSpPr>
        <p:spPr>
          <a:xfrm>
            <a:off x="529560" y="2097360"/>
            <a:ext cx="9071640" cy="4989240"/>
          </a:xfrm>
          <a:prstGeom prst="rect">
            <a:avLst/>
          </a:prstGeom>
        </p:spPr>
        <p:txBody>
          <a:bodyPr bIns="0" lIns="0" rIns="0" tIns="0" wrap="none"/>
          <a:p>
            <a:pPr>
              <a:buSzPct val="45000"/>
              <a:buFont typeface="StarSymbol"/>
              <a:buChar char=""/>
            </a:pPr>
            <a:r>
              <a:rPr lang="en-US"/>
              <a:t>Delicate position</a:t>
            </a:r>
            <a:endParaRPr/>
          </a:p>
          <a:p>
            <a:pPr lvl="1">
              <a:buSzPct val="45000"/>
              <a:buFont typeface="StarSymbol"/>
              <a:buChar char=""/>
            </a:pPr>
            <a:r>
              <a:rPr lang="en-US" sz="2400"/>
              <a:t>Tug-of-war</a:t>
            </a:r>
            <a:endParaRPr/>
          </a:p>
          <a:p>
            <a:pPr lvl="1">
              <a:buSzPct val="45000"/>
              <a:buFont typeface="StarSymbol"/>
              <a:buChar char=""/>
            </a:pPr>
            <a:r>
              <a:rPr lang="en-US" sz="2400"/>
              <a:t>issues</a:t>
            </a:r>
            <a:endParaRPr/>
          </a:p>
          <a:p>
            <a:endParaRPr/>
          </a:p>
          <a:p>
            <a:pPr>
              <a:buSzPct val="45000"/>
              <a:buFont typeface="StarSymbol"/>
              <a:buChar char=""/>
            </a:pPr>
            <a:r>
              <a:rPr lang="en-US" sz="3200"/>
              <a:t>Abstraction</a:t>
            </a:r>
            <a:endParaRPr/>
          </a:p>
          <a:p>
            <a:endParaRPr/>
          </a:p>
          <a:p>
            <a:pPr>
              <a:buSzPct val="45000"/>
              <a:buFont typeface="StarSymbol"/>
              <a:buChar char=""/>
            </a:pPr>
            <a:r>
              <a:rPr lang="en-US" sz="3200"/>
              <a:t>Commands</a:t>
            </a:r>
            <a:endParaRPr/>
          </a:p>
        </p:txBody>
      </p:sp>
    </p:spTree>
  </p:cSld>
  <p:timing>
    <p:tnLst>
      <p:par>
        <p:cTn dur="indefinite" id="19" nodeType="tmRoot" restart="never">
          <p:childTnLst>
            <p:seq>
              <p:cTn id="20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Shape 1"/>
          <p:cNvSpPr txBox="1"/>
          <p:nvPr/>
        </p:nvSpPr>
        <p:spPr>
          <a:xfrm>
            <a:off x="468360" y="0"/>
            <a:ext cx="9071640" cy="1262160"/>
          </a:xfrm>
          <a:prstGeom prst="rect">
            <a:avLst/>
          </a:prstGeom>
        </p:spPr>
        <p:txBody>
          <a:bodyPr anchor="ctr" bIns="0" lIns="0" rIns="0" tIns="0" wrap="none"/>
          <a:p>
            <a:r>
              <a:rPr lang="en-US"/>
              <a:t>Game Content</a:t>
            </a:r>
            <a:endParaRPr/>
          </a:p>
        </p:txBody>
      </p:sp>
      <p:sp>
        <p:nvSpPr>
          <p:cNvPr id="70" name="CustomShape 2"/>
          <p:cNvSpPr/>
          <p:nvPr/>
        </p:nvSpPr>
        <p:spPr>
          <a:xfrm>
            <a:off x="1143000" y="2743200"/>
            <a:ext cx="1828800" cy="685800"/>
          </a:xfrm>
          <a:prstGeom prst="rect">
            <a:avLst/>
          </a:prstGeom>
          <a:solidFill>
            <a:srgbClr val="c0c0c0"/>
          </a:solidFill>
          <a:ln>
            <a:solidFill>
              <a:srgbClr val="000000"/>
            </a:solidFill>
          </a:ln>
        </p:spPr>
        <p:txBody>
          <a:bodyPr anchor="ctr" bIns="45000" lIns="90000" rIns="90000" tIns="45000" wrap="none"/>
          <a:p>
            <a:pPr algn="ctr"/>
            <a:r>
              <a:rPr lang="en-US"/>
              <a:t>Server</a:t>
            </a:r>
            <a:endParaRPr/>
          </a:p>
        </p:txBody>
      </p:sp>
      <p:sp>
        <p:nvSpPr>
          <p:cNvPr id="71" name="CustomShape 3"/>
          <p:cNvSpPr/>
          <p:nvPr/>
        </p:nvSpPr>
        <p:spPr>
          <a:xfrm>
            <a:off x="6629400" y="2743200"/>
            <a:ext cx="1828800" cy="685800"/>
          </a:xfrm>
          <a:prstGeom prst="rect">
            <a:avLst/>
          </a:prstGeom>
          <a:solidFill>
            <a:srgbClr val="c0c0c0"/>
          </a:solidFill>
          <a:ln>
            <a:solidFill>
              <a:srgbClr val="000000"/>
            </a:solidFill>
          </a:ln>
        </p:spPr>
        <p:txBody>
          <a:bodyPr anchor="ctr" bIns="45000" lIns="90000" rIns="90000" tIns="45000" wrap="none"/>
          <a:p>
            <a:pPr algn="ctr"/>
            <a:r>
              <a:rPr lang="en-US"/>
              <a:t>Client</a:t>
            </a:r>
            <a:endParaRPr/>
          </a:p>
        </p:txBody>
      </p:sp>
      <p:sp>
        <p:nvSpPr>
          <p:cNvPr id="72" name="CustomShape 4"/>
          <p:cNvSpPr/>
          <p:nvPr/>
        </p:nvSpPr>
        <p:spPr>
          <a:xfrm>
            <a:off x="457200" y="5029200"/>
            <a:ext cx="3200400" cy="1028520"/>
          </a:xfrm>
          <a:prstGeom prst="rect">
            <a:avLst/>
          </a:prstGeom>
          <a:solidFill>
            <a:srgbClr val="99ccff"/>
          </a:solidFill>
          <a:ln>
            <a:solidFill>
              <a:srgbClr val="000000"/>
            </a:solidFill>
          </a:ln>
        </p:spPr>
        <p:txBody>
          <a:bodyPr anchor="ctr" bIns="45000" lIns="90000" rIns="90000" tIns="45000" wrap="none"/>
          <a:p>
            <a:pPr algn="ctr"/>
            <a:r>
              <a:rPr lang="en-US"/>
              <a:t>Game State</a:t>
            </a:r>
            <a:endParaRPr/>
          </a:p>
        </p:txBody>
      </p:sp>
      <p:cxnSp>
        <p:nvCxnSpPr>
          <p:cNvPr id="73" name="Line 5"/>
          <p:cNvCxnSpPr>
            <a:stCxn id="70" idx="3"/>
            <a:endCxn id="71" idx="1"/>
          </p:cNvCxnSpPr>
          <p:nvPr/>
        </p:nvCxnSpPr>
        <p:spPr>
          <xfrm>
            <a:off x="2971800" y="3085920"/>
            <a:ext cx="3657960" cy="360"/>
          </xfrm>
          <a:prstGeom prst="bentConnector3">
            <a:avLst/>
          </a:prstGeom>
          <a:ln>
            <a:solidFill>
              <a:srgbClr val="000000"/>
            </a:solidFill>
            <a:headEnd len="med" type="triangle" w="med"/>
            <a:tailEnd len="med" type="triangle" w="med"/>
          </a:ln>
        </p:spPr>
      </p:cxnSp>
      <p:sp>
        <p:nvSpPr>
          <p:cNvPr id="74" name="Rectangle 6"/>
          <p:cNvSpPr/>
          <p:nvPr/>
        </p:nvSpPr>
        <p:spPr>
          <a:xfrm>
            <a:off x="3886200" y="2743200"/>
            <a:ext cx="1828800" cy="685800"/>
          </a:xfrm>
          <a:prstGeom prst="rect">
            <a:avLst/>
          </a:prstGeom>
          <a:solidFill>
            <a:srgbClr val="99ccff"/>
          </a:solidFill>
          <a:ln>
            <a:solidFill>
              <a:srgbClr val="000000"/>
            </a:solidFill>
          </a:ln>
        </p:spPr>
        <p:txBody>
          <a:bodyPr anchor="ctr" anchorCtr="1" bIns="45000" lIns="90000" rIns="90000" tIns="45000" wrap="none"/>
          <a:p>
            <a:pPr algn="ctr"/>
            <a:r>
              <a:rPr lang="en-US"/>
              <a:t>Commands!</a:t>
            </a:r>
            <a:endParaRPr/>
          </a:p>
        </p:txBody>
      </p:sp>
      <p:sp>
        <p:nvSpPr>
          <p:cNvPr id="75" name="CustomShape 7"/>
          <p:cNvSpPr/>
          <p:nvPr/>
        </p:nvSpPr>
        <p:spPr>
          <a:xfrm>
            <a:off x="5943600" y="5029200"/>
            <a:ext cx="3200400" cy="1028520"/>
          </a:xfrm>
          <a:prstGeom prst="rect">
            <a:avLst/>
          </a:prstGeom>
          <a:solidFill>
            <a:srgbClr val="99ccff"/>
          </a:solidFill>
          <a:ln>
            <a:solidFill>
              <a:srgbClr val="000000"/>
            </a:solidFill>
          </a:ln>
        </p:spPr>
        <p:txBody>
          <a:bodyPr anchor="ctr" bIns="45000" lIns="90000" rIns="90000" tIns="45000" wrap="none"/>
          <a:p>
            <a:pPr algn="ctr"/>
            <a:r>
              <a:rPr lang="en-US"/>
              <a:t>Local Game State</a:t>
            </a:r>
            <a:endParaRPr/>
          </a:p>
        </p:txBody>
      </p:sp>
      <p:sp>
        <p:nvSpPr>
          <p:cNvPr id="76" name="CustomShape 8"/>
          <p:cNvSpPr/>
          <p:nvPr/>
        </p:nvSpPr>
        <p:spPr>
          <a:xfrm>
            <a:off x="914400" y="3886200"/>
            <a:ext cx="2286000" cy="685800"/>
          </a:xfrm>
          <a:prstGeom prst="rect">
            <a:avLst/>
          </a:prstGeom>
          <a:solidFill>
            <a:srgbClr val="99ccff"/>
          </a:solidFill>
          <a:ln>
            <a:solidFill>
              <a:srgbClr val="000000"/>
            </a:solidFill>
          </a:ln>
        </p:spPr>
        <p:txBody>
          <a:bodyPr anchor="ctr" bIns="45000" lIns="90000" rIns="90000" tIns="45000" wrap="none"/>
          <a:p>
            <a:pPr algn="ctr"/>
            <a:r>
              <a:rPr lang="en-US"/>
              <a:t>Command Execution</a:t>
            </a:r>
            <a:endParaRPr/>
          </a:p>
        </p:txBody>
      </p:sp>
      <p:sp>
        <p:nvSpPr>
          <p:cNvPr id="77" name="CustomShape 9"/>
          <p:cNvSpPr/>
          <p:nvPr/>
        </p:nvSpPr>
        <p:spPr>
          <a:xfrm>
            <a:off x="6400800" y="3886200"/>
            <a:ext cx="2286000" cy="685800"/>
          </a:xfrm>
          <a:prstGeom prst="rect">
            <a:avLst/>
          </a:prstGeom>
          <a:solidFill>
            <a:srgbClr val="99ccff"/>
          </a:solidFill>
          <a:ln>
            <a:solidFill>
              <a:srgbClr val="000000"/>
            </a:solidFill>
          </a:ln>
        </p:spPr>
        <p:txBody>
          <a:bodyPr anchor="ctr" bIns="45000" lIns="90000" rIns="90000" tIns="45000" wrap="none"/>
          <a:p>
            <a:pPr algn="ctr"/>
            <a:r>
              <a:rPr lang="en-US"/>
              <a:t>Command Execution</a:t>
            </a:r>
            <a:endParaRPr/>
          </a:p>
        </p:txBody>
      </p:sp>
      <p:cxnSp>
        <p:nvCxnSpPr>
          <p:cNvPr id="78" name="Line 10"/>
          <p:cNvCxnSpPr/>
          <p:nvPr/>
        </p:nvCxnSpPr>
        <p:spPr>
          <xfrm>
            <a:off x="0" y="0"/>
            <a:ext cx="360" cy="360"/>
          </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</p:cxnSp>
      <p:cxnSp>
        <p:nvCxnSpPr>
          <p:cNvPr id="79" name="Line 11"/>
          <p:cNvCxnSpPr/>
          <p:nvPr/>
        </p:nvCxnSpPr>
        <p:spPr>
          <xfrm>
            <a:off x="0" y="0"/>
            <a:ext cx="360" cy="360"/>
          </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</p:cxnSp>
      <p:cxnSp>
        <p:nvCxnSpPr>
          <p:cNvPr id="80" name="Line 12"/>
          <p:cNvCxnSpPr/>
          <p:nvPr/>
        </p:nvCxnSpPr>
        <p:spPr>
          <xfrm>
            <a:off x="0" y="0"/>
            <a:ext cx="360" cy="360"/>
          </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</p:cxnSp>
      <p:cxnSp>
        <p:nvCxnSpPr>
          <p:cNvPr id="81" name="Line 13"/>
          <p:cNvCxnSpPr/>
          <p:nvPr/>
        </p:nvCxnSpPr>
        <p:spPr>
          <xfrm>
            <a:off x="0" y="0"/>
            <a:ext cx="360" cy="360"/>
          </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</p:cxnSp>
    </p:spTree>
  </p:cSld>
  <p:timing>
    <p:tnLst>
      <p:par>
        <p:cTn dur="indefinite" id="21" nodeType="tmRoot" restart="never">
          <p:childTnLst>
            <p:seq>
              <p:cTn id="22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468360" y="0"/>
            <a:ext cx="9071640" cy="1262160"/>
          </a:xfrm>
          <a:prstGeom prst="rect">
            <a:avLst/>
          </a:prstGeom>
        </p:spPr>
        <p:txBody>
          <a:bodyPr anchor="ctr" bIns="0" lIns="0" rIns="0" tIns="0" wrap="none"/>
          <a:p>
            <a:r>
              <a:rPr lang="en-US"/>
              <a:t>The Comparable Command</a:t>
            </a:r>
            <a:endParaRPr/>
          </a:p>
        </p:txBody>
      </p:sp>
      <p:sp>
        <p:nvSpPr>
          <p:cNvPr id="83" name="TextShape 2"/>
          <p:cNvSpPr txBox="1"/>
          <p:nvPr/>
        </p:nvSpPr>
        <p:spPr>
          <a:xfrm>
            <a:off x="504000" y="1769040"/>
            <a:ext cx="9071640" cy="4989240"/>
          </a:xfrm>
          <a:prstGeom prst="rect">
            <a:avLst/>
          </a:prstGeom>
        </p:spPr>
        <p:txBody>
          <a:bodyPr bIns="0" lIns="0" rIns="0" tIns="0" wrap="none"/>
          <a:p>
            <a:pPr>
              <a:buSzPct val="45000"/>
              <a:buFont typeface="StarSymbol"/>
              <a:buChar char=""/>
            </a:pPr>
            <a:r>
              <a:rPr lang="en-US"/>
              <a:t>Serialized</a:t>
            </a:r>
            <a:endParaRPr/>
          </a:p>
          <a:p>
            <a:pPr>
              <a:buSzPct val="45000"/>
              <a:buFont typeface="StarSymbol"/>
              <a:buChar char=""/>
            </a:pPr>
            <a:r>
              <a:rPr lang="en-US"/>
              <a:t>Prep, execute, reset</a:t>
            </a:r>
            <a:endParaRPr/>
          </a:p>
          <a:p>
            <a:pPr>
              <a:buSzPct val="45000"/>
              <a:buFont typeface="StarSymbol"/>
              <a:buChar char=""/>
            </a:pPr>
            <a:r>
              <a:rPr lang="en-US"/>
              <a:t>Player</a:t>
            </a:r>
            <a:endParaRPr/>
          </a:p>
          <a:p>
            <a:pPr>
              <a:buSzPct val="45000"/>
              <a:buFont typeface="StarSymbol"/>
              <a:buChar char=""/>
            </a:pPr>
            <a:r>
              <a:rPr lang="en-US"/>
              <a:t>IsValid()/Success</a:t>
            </a:r>
            <a:endParaRPr/>
          </a:p>
          <a:p>
            <a:pPr>
              <a:buSzPct val="45000"/>
              <a:buFont typeface="StarSymbol"/>
              <a:buChar char=""/>
            </a:pPr>
            <a:r>
              <a:rPr lang="en-US"/>
              <a:t>Can itself return a Command!</a:t>
            </a:r>
            <a:endParaRPr/>
          </a:p>
        </p:txBody>
      </p:sp>
    </p:spTree>
  </p:cSld>
  <p:timing>
    <p:tnLst>
      <p:par>
        <p:cTn dur="indefinite" id="23" nodeType="tmRoot" restart="never">
          <p:childTnLst>
            <p:seq>
              <p:cTn id="24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Shape 1"/>
          <p:cNvSpPr txBox="1"/>
          <p:nvPr/>
        </p:nvSpPr>
        <p:spPr>
          <a:xfrm>
            <a:off x="468360" y="0"/>
            <a:ext cx="9071640" cy="1262160"/>
          </a:xfrm>
          <a:prstGeom prst="rect">
            <a:avLst/>
          </a:prstGeom>
        </p:spPr>
        <p:txBody>
          <a:bodyPr anchor="ctr" bIns="0" lIns="0" rIns="0" tIns="0" wrap="none"/>
          <a:p>
            <a:r>
              <a:rPr lang="en-US"/>
              <a:t>Graphics</a:t>
            </a:r>
            <a:endParaRPr/>
          </a:p>
        </p:txBody>
      </p:sp>
      <p:sp>
        <p:nvSpPr>
          <p:cNvPr id="85" name="TextShape 2"/>
          <p:cNvSpPr txBox="1"/>
          <p:nvPr/>
        </p:nvSpPr>
        <p:spPr>
          <a:xfrm>
            <a:off x="504000" y="1769040"/>
            <a:ext cx="9071640" cy="4989240"/>
          </a:xfrm>
          <a:prstGeom prst="rect">
            <a:avLst/>
          </a:prstGeom>
        </p:spPr>
        <p:txBody>
          <a:bodyPr bIns="0" lIns="0" rIns="0" tIns="0" wrap="none"/>
          <a:p>
            <a:pPr>
              <a:buSzPct val="45000"/>
              <a:buFont typeface="StarSymbol"/>
              <a:buChar char=""/>
            </a:pPr>
            <a:r>
              <a:rPr lang="en-US"/>
              <a:t>Overview</a:t>
            </a:r>
            <a:endParaRPr/>
          </a:p>
          <a:p>
            <a:pPr>
              <a:buSzPct val="45000"/>
              <a:buFont typeface="StarSymbol"/>
              <a:buChar char=""/>
            </a:pPr>
            <a:r>
              <a:rPr lang="en-US"/>
              <a:t>Abstract Graphics</a:t>
            </a:r>
            <a:endParaRPr/>
          </a:p>
          <a:p>
            <a:pPr lvl="1">
              <a:buSzPct val="45000"/>
              <a:buFont typeface="StarSymbol"/>
              <a:buChar char=""/>
            </a:pPr>
            <a:r>
              <a:rPr lang="en-US" sz="2400"/>
              <a:t>Context</a:t>
            </a:r>
            <a:endParaRPr/>
          </a:p>
          <a:p>
            <a:pPr lvl="1">
              <a:buSzPct val="45000"/>
              <a:buFont typeface="StarSymbol"/>
              <a:buChar char=""/>
            </a:pPr>
            <a:r>
              <a:rPr lang="en-US" sz="2400"/>
              <a:t>Generic</a:t>
            </a:r>
            <a:endParaRPr/>
          </a:p>
          <a:p>
            <a:pPr>
              <a:buSzPct val="45000"/>
              <a:buFont typeface="StarSymbol"/>
              <a:buChar char=""/>
            </a:pPr>
            <a:r>
              <a:rPr lang="en-US"/>
              <a:t>Concrete Graphics</a:t>
            </a:r>
            <a:endParaRPr/>
          </a:p>
          <a:p>
            <a:pPr lvl="1">
              <a:buSzPct val="45000"/>
              <a:buFont typeface="StarSymbol"/>
              <a:buChar char=""/>
            </a:pPr>
            <a:r>
              <a:rPr lang="en-US" sz="2400"/>
              <a:t>API</a:t>
            </a:r>
            <a:endParaRPr/>
          </a:p>
          <a:p>
            <a:pPr lvl="1">
              <a:buSzPct val="45000"/>
              <a:buFont typeface="StarSymbol"/>
              <a:buChar char=""/>
            </a:pPr>
            <a:r>
              <a:rPr lang="en-US" sz="2400"/>
              <a:t>Implementation</a:t>
            </a:r>
            <a:endParaRPr/>
          </a:p>
        </p:txBody>
      </p:sp>
    </p:spTree>
  </p:cSld>
  <p:timing>
    <p:tnLst>
      <p:par>
        <p:cTn dur="indefinite" id="25" nodeType="tmRoot" restart="never">
          <p:childTnLst>
            <p:seq>
              <p:cTn id="26" nodeType="mainSeq">
                <p:childTnLst/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 standalone="yes"?>
<p:sld xmlns:a="http://schemas.openxmlformats.org/drawingml/2006/main" xmlns:p="http://schemas.openxmlformats.org/presentationml/2006/main" xmlns:r="http://schemas.openxmlformats.org/officeDocument/2006/relationships"><p:cSld><p:spTree><p:nvGrpSpPr>        <p:cNvPr id="1" name=""/>        <p:cNvGrpSpPr/>        <p:nvPr/>      </p:nvGrpSpPr>      <p:grpSpPr>        <a:xfrm>          <a:off x="0" y="0"/>          <a:ext cx="0" cy="0"/>          <a:chOff x="0" y="0"/>          <a:chExt cx="0" cy="0"/>        </a:xfrm>      </p:grpSpPr><p:sp><p:nvSpPr><p:cNvPr id="86" name="TextShape 1"/><p:cNvSpPr txBox="1"/><p:nvPr/></p:nvSpPr><p:spPr><a:xfrm><a:off x="468360" y="0"/><a:ext cx="9071640" cy="1262160"/></a:xfrm><a:prstGeom prst="rect"><a:avLst/></a:prstGeom></p:spPr><p:txBody><a:bodyPr anchor="ctr" bIns="0" lIns="0" rIns="0" tIns="0" wrap="none"/><a:p><a:r><a:rPr lang="en-US"></a:rPr><a:t>User Experience</a:t></a:r><a:endParaRPr/></a:p></p:txBody></p:sp><p:sp><p:nvSpPr><p:cNvPr id="87" name="CustomShape 2"/><p:cNvSpPr/><p:nvPr/></p:nvSpPr><p:spPr><a:xfrm><a:off x="457200" y="2057400"/><a:ext cx="2286000" cy="685800"/></a:xfrm><a:prstGeom prst="rect"><a:avLst></a:avLst></a:prstGeom><a:solidFill><a:srgbClr val="99ccff"/></a:solidFill><a:ln><a:solidFill><a:srgbClr val="000000"/></a:solidFill></a:ln></p:spPr><p:txBody><a:bodyPr anchor="ctr" bIns="45000" lIns="90000" rIns="90000" tIns="45000" wrap="none"/><a:p><a:pPr algn="ctr"></a:pPr><a:r><a:rPr lang="en-US"></a:rPr><a:t>GUI Main</a:t></a:r><a:endParaRPr/></a:p></p:txBody></p:sp><p:sp><p:nvSpPr><p:cNvPr id="88" name="CustomShape 3"/><p:cNvSpPr/><p:nvPr/></p:nvSpPr><p:spPr><a:xfrm><a:off x="1371600" y="3657600"/><a:ext cx="2286000" cy="685800"/></a:xfrm><a:prstGeom prst="rect"><a:avLst></a:avLst></a:prstGeom><a:solidFill><a:srgbClr val="99ccff"/></a:solidFill><a:ln><a:solidFill><a:srgbClr val="000000"/></a:solidFill></a:ln></p:spPr><p:txBody><a:bodyPr anchor="ctr" bIns="45000" lIns="90000" rIns="90000" tIns="45000" wrap="none"/><a:p><a:pPr algn="ctr"></a:pPr><a:r><a:rPr lang="en-US"></a:rPr><a:t>All GUI Panels</a:t></a:r><a:endParaRPr/></a:p></p:txBody></p:sp><p:cxnSp><p:nvCxnSpPr><p:cNvPr id="89" name="Line 4"/><p:cNvCxnSpPr><a:stCxn id="87" idx="2"/><a:endCxn id="88" idx="0"/></p:cNvCxnSpPr><p:nvPr/></p:nvCxnSpPr><p:spPr><xfrm><a:off x="1600200" y="2743200"/><a:ext cx="914760" cy="914760"/></xfrm><a:prstGeom prst="bentConnector3"><a:avLst/></a:prstGeom><a:ln><a:solidFill><a:srgbClr val="000000"/></a:solidFill><a:tailEnd len="med" type="triangle" w="med"/></a:ln></p:spPr></p:cxnSp><p:sp><p:nvSpPr><p:cNvPr id="90" name="CustomShape 5"/><p:cNvSpPr/><p:nvPr/></p:nvSpPr><p:spPr><a:xfrm><a:off x="5029200" y="5486400"/><a:ext cx="2286000" cy="457200"/></a:xfrm><a:prstGeom prst="rect"><a:avLst></a:avLst></a:prstGeom><a:solidFill><a:srgbClr val="99ccff"/></a:solidFill><a:ln><a:solidFill><a:srgbClr val="000000"/></a:solidFill></a:ln></p:spPr><p:txBody><a:bodyPr anchor="ctr" bIns="45000" lIns="90000" rIns="90000" tIns="45000" wrap="none"/><a:p><a:pPr algn="ctr"></a:pPr><a:r><a:rPr lang="en-US"></a:rPr><a:t>Collision Objects</a:t></a:r><a:endParaRPr/></a:p></p:txBody></p:sp><p:sp><p:nvSpPr><p:cNvPr id="91" name="CustomShape 6"/><p:cNvSpPr/><p:nvPr/></p:nvSpPr><p:spPr><a:xfrm><a:off x="7086600" y="2057400"/><a:ext cx="2057400" cy="685800"/></a:xfrm><a:prstGeom prst="rect"><a:avLst></a:avLst></a:prstGeom><a:solidFill><a:srgbClr val="c0c0c0"/></a:solidFill><a:ln><a:solidFill><a:srgbClr val="000000"/></a:solidFill></a:ln></p:spPr><p:txBody><a:bodyPr anchor="ctr" bIns="45000" lIns="90000" rIns="90000" tIns="45000" wrap="none"/><a:p><a:pPr algn="ctr"></a:pPr><a:r><a:rPr lang="en-US"></a:rPr><a:t>Client</a:t></a:r><a:endParaRPr/></a:p></p:txBody></p:sp><p:cxnSp><p:nvCxnSpPr><p:cNvPr id="92" name="Line 7"/><p:cNvCxnSpPr><a:endCxn id="91" idx="1"/></p:cNvCxnSpPr><p:nvPr/></p:nvCxnSpPr><p:spPr><xfrm><a:off x="5943600" y="2400120"/><a:ext cx="1143360" cy="360"/></xfrm><a:prstGeom prst="bentConnector3"><a:avLst/></a:prstGeom><a:ln><a:solidFill><a:srgbClr val="000000"/></a:solidFill><a:tailEnd len="med" type="triangle" w="med"/></a:ln></p:spPr></p:cxnSp><p:sp><p:nvSpPr><p:cNvPr id="93" name="CustomShape 8"/><p:cNvSpPr/><p:nvPr/></p:nvSpPr><p:spPr><a:xfrm><a:off x="2286000" y="6400800"/><a:ext cx="2286000" cy="685800"/></a:xfrm><a:prstGeom prst="rect"><a:avLst></a:avLst></a:prstGeom><a:solidFill><a:srgbClr val="99ccff"/></a:solidFill><a:ln><a:solidFill><a:srgbClr val="000000"/></a:solidFill></a:ln></p:spPr><p:txBody><a:bodyPr anchor="ctr" bIns="45000" lIns="90000" rIns="90000" tIns="45000" wrap="none"/><a:p><a:pPr algn="ctr"></a:pPr><a:r><a:rPr lang="en-US"></a:rPr><a:t>Buttons, Stats panel,</a:t></a:r><a:endParaRPr/></a:p><a:p><a:pPr algn="ctr"></a:pPr><a:r><a:rPr lang="en-US"></a:rPr><a:t>Inventory, etc</a:t></a:r><a:endParaRPr/></a:p></p:txBody></p:sp><p:cxnSp><p:nvCxnSpPr><p:cNvPr id="94" name="Line 9"/><p:cNvCxnSpPr><a:stCxn id="93" idx="0"/></p:cNvCxnSpPr><p:nvPr/></p:nvCxnSpPr><p:spPr><xfrm flipH="1"><a:off x="3429000" y="5715000"/><a:ext cx="360" cy="686160"/></xfrm><a:prstGeom prst="bentConnector3"><a:avLst/></a:prstGeom><a:ln><a:solidFill><a:srgbClr val="000000"/></a:solidFill><a:tailEnd len="med" type="triangle" w="med"/></a:ln></p:spPr></p:cxnSp><p:sp><p:nvSpPr><p:cNvPr id="95" name="CustomShape 10"/><p:cNvSpPr/><p:nvPr/></p:nvSpPr><p:spPr><a:xfrm><a:off x="3657600" y="2057400"/><a:ext cx="2286000" cy="685800"/></a:xfrm><a:prstGeom prst="rect"><a:avLst></a:avLst></a:prstGeom><a:solidFill><a:srgbClr val="99ccff"/></a:solidFill><a:ln><a:solidFill><a:srgbClr val="000000"/></a:solidFill></a:ln></p:spPr><p:txBody><a:bodyPr anchor="ctr" bIns="45000" lIns="90000" rIns="90000" tIns="45000" wrap="none"/><a:p><a:pPr algn="ctr"></a:pPr><a:r><a:rPr lang="en-US"></a:rPr><a:t>Main</a:t></a:r><a:endParaRPr/></a:p></p:txBody></p:sp><p:cxnSp><p:nvCxnSpPr><p:cNvPr id="96" name="Line 11"/><p:cNvCxnSpPr><a:endCxn id="90" idx="1"/></p:cNvCxnSpPr><p:nvPr/></p:nvCxnSpPr><p:spPr><xfrm><a:off x="4114800" y="5371920"/><a:ext cx="914760" cy="343440"/></xfrm><a:prstGeom prst="bentConnector3"><a:avLst/></a:prstGeom><a:ln><a:solidFill><a:srgbClr val="000000"/></a:solidFill></a:ln></p:spPr></p:cxnSp><p:sp><p:nvSpPr><p:cNvPr id="97" name="CustomShape 12"/><p:cNvSpPr/><p:nvPr/></p:nvSpPr><p:spPr><a:xfrm><a:off x="2743200" y="5029200"/><a:ext cx="1371600" cy="685800"/></a:xfrm><a:prstGeom prst="rect"><a:avLst></a:avLst></a:prstGeom><a:solidFill><a:srgbClr val="99ccff"/></a:solidFill><a:ln><a:solidFill><a:srgbClr val="000000"/></a:solidFill></a:ln></p:spPr><p:txBody><a:bodyPr anchor="ctr" bIns="45000" lIns="90000" rIns="90000" tIns="45000" wrap="none"/><a:p><a:pPr algn="ctr"></a:pPr><a:r><a:rPr lang="en-US"></a:rPr><a:t>Panel</a:t></a:r><a:endParaRPr/></a:p><a:p><a:endParaRPr/></a:p></p:txBody></p:sp><p:cxnSp><p:nvCxnSpPr><p:cNvPr id="98" name="Line 13"/><p:cNvCxnSpPr><a:stCxn id="88" idx="2"/><a:endCxn id="97" idx="0"/></p:cNvCxnSpPr><p:nvPr/></p:nvCxnSpPr><p:spPr><xfrm><a:off x="2514600" y="4343400"/><a:ext cx="914760" cy="686160"/></xfrm><a:prstGeom prst="bentConnector3"><a:avLst/></a:prstGeom><a:ln><a:solidFill><a:srgbClr val="000000"/></a:solidFill><a:tailEnd len="med" type="triangle" w="med"/></a:ln></p:spPr></p:cxnSp><p:cxnSp><p:nvCxnSpPr><p:cNvPr id="99" name="Line 14"/><p:cNvCxnSpPr><a:stCxn id="95" idx="1"/><a:endCxn id="87" idx="3"/></p:cNvCxnSpPr><p:nvPr/></p:nvCxnSpPr><p:spPr><1pic:xfrm><a:off x="2743200" y="2400120"/><a:ext cx="914760" cy="360"/></1pic:xfrm><a:prstGeom prst="bentConnector3"><a:avLst/></a:prstGeom><a:ln><a:solidFill><a:srgbClr val="000000"/></a:solidFill><a:headEnd len="med" type="triangle" w="med"/><a:tailEnd len="med" type="triangle" w="med"/></a:ln></p:spPr></p:cxnSp></p:spTree></p:cSld><p:timing><p:tnLst><p:par><p:cTn dur="indefinite" id="27" nodeType="tmRoot" restart="never"><p:childTnLst><p:seq><p:cTn id="28" nodeType="mainSeq"><p:childTnLst></p:childTnLst></p:cTn><p:prevCondLst><p:cond delay="0" evt="onPrev"><p:tgtEl><p:sldTgt/></p:tgtEl></p:cond></p:prevCondLst><p:nextCondLst><p:cond delay="0" evt="onNext"><p:tgtEl><p:sldTgt/></p:tgtEl></p:cond></p:nextCondLst></p:seq></p:childTnLst></p:cTn></p:par></p:tnLst></p:timing>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